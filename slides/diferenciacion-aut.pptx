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9" r:id="rId19"/>
    <p:sldId id="278" r:id="rId20"/>
    <p:sldId id="270" r:id="rId21"/>
    <p:sldId id="280" r:id="rId22"/>
    <p:sldId id="281" r:id="rId23"/>
    <p:sldId id="282" r:id="rId24"/>
    <p:sldId id="283" r:id="rId25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801A"/>
    <a:srgbClr val="EF981E"/>
    <a:srgbClr val="F4F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56"/>
    <p:restoredTop sz="94658"/>
  </p:normalViewPr>
  <p:slideViewPr>
    <p:cSldViewPr snapToGrid="0">
      <p:cViewPr varScale="1">
        <p:scale>
          <a:sx n="144" d="100"/>
          <a:sy n="144" d="100"/>
        </p:scale>
        <p:origin x="12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5.svg"/><Relationship Id="rId1" Type="http://schemas.openxmlformats.org/officeDocument/2006/relationships/image" Target="../media/image37.svg"/><Relationship Id="rId4" Type="http://schemas.openxmlformats.org/officeDocument/2006/relationships/image" Target="../media/image3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svg"/><Relationship Id="rId1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svg"/><Relationship Id="rId1" Type="http://schemas.openxmlformats.org/officeDocument/2006/relationships/image" Target="../media/image51.svg"/><Relationship Id="rId4" Type="http://schemas.openxmlformats.org/officeDocument/2006/relationships/image" Target="../media/image5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5.svg"/><Relationship Id="rId1" Type="http://schemas.openxmlformats.org/officeDocument/2006/relationships/image" Target="../media/image37.svg"/><Relationship Id="rId4" Type="http://schemas.openxmlformats.org/officeDocument/2006/relationships/image" Target="../media/image3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svg"/><Relationship Id="rId1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svg"/><Relationship Id="rId1" Type="http://schemas.openxmlformats.org/officeDocument/2006/relationships/image" Target="../media/image51.svg"/><Relationship Id="rId4" Type="http://schemas.openxmlformats.org/officeDocument/2006/relationships/image" Target="../media/image5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A94CEF-BFDA-4A6C-9736-D06E183F88EC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E84E243-3C2B-4DAD-9A85-8EF42C44CA74}">
      <dgm:prSet/>
      <dgm:spPr/>
      <dgm:t>
        <a:bodyPr/>
        <a:lstStyle/>
        <a:p>
          <a:r>
            <a:rPr lang="es-ES_tradnl" dirty="0"/>
            <a:t>¿Qué es y como funciona la diferenciación automática?</a:t>
          </a:r>
          <a:endParaRPr lang="en-US" dirty="0"/>
        </a:p>
      </dgm:t>
    </dgm:pt>
    <dgm:pt modelId="{EBED3E35-1F5E-46ED-85D9-EDC0900BBAD9}" type="parTrans" cxnId="{6DF44607-D515-4E2A-A97E-40DD7EAC620C}">
      <dgm:prSet/>
      <dgm:spPr/>
      <dgm:t>
        <a:bodyPr/>
        <a:lstStyle/>
        <a:p>
          <a:endParaRPr lang="en-US"/>
        </a:p>
      </dgm:t>
    </dgm:pt>
    <dgm:pt modelId="{6C45D574-C6A0-486C-8F5A-3060A5E21D3F}" type="sibTrans" cxnId="{6DF44607-D515-4E2A-A97E-40DD7EAC620C}">
      <dgm:prSet/>
      <dgm:spPr/>
      <dgm:t>
        <a:bodyPr/>
        <a:lstStyle/>
        <a:p>
          <a:endParaRPr lang="en-US"/>
        </a:p>
      </dgm:t>
    </dgm:pt>
    <dgm:pt modelId="{31566542-E8EA-4A28-9A0A-00F1CB6117E2}">
      <dgm:prSet/>
      <dgm:spPr/>
      <dgm:t>
        <a:bodyPr/>
        <a:lstStyle/>
        <a:p>
          <a:r>
            <a:rPr lang="es-ES_tradnl"/>
            <a:t>Una breve historia de las plataformas para aprendizaje profundo</a:t>
          </a:r>
          <a:endParaRPr lang="en-US"/>
        </a:p>
      </dgm:t>
    </dgm:pt>
    <dgm:pt modelId="{059FCE7E-5CD9-485F-9D9D-03F790C26C08}" type="parTrans" cxnId="{E2EF2D81-EB29-4241-9E92-C2D7DA4D23E6}">
      <dgm:prSet/>
      <dgm:spPr/>
      <dgm:t>
        <a:bodyPr/>
        <a:lstStyle/>
        <a:p>
          <a:endParaRPr lang="en-US"/>
        </a:p>
      </dgm:t>
    </dgm:pt>
    <dgm:pt modelId="{59AC9495-E161-4228-B78E-AF88F1A0A4C1}" type="sibTrans" cxnId="{E2EF2D81-EB29-4241-9E92-C2D7DA4D23E6}">
      <dgm:prSet/>
      <dgm:spPr/>
      <dgm:t>
        <a:bodyPr/>
        <a:lstStyle/>
        <a:p>
          <a:endParaRPr lang="en-US"/>
        </a:p>
      </dgm:t>
    </dgm:pt>
    <dgm:pt modelId="{09898ACA-7070-48A3-886B-5B408D7DE655}">
      <dgm:prSet/>
      <dgm:spPr/>
      <dgm:t>
        <a:bodyPr/>
        <a:lstStyle/>
        <a:p>
          <a:r>
            <a:rPr lang="es-ES_tradnl"/>
            <a:t>TensorFlow vs pyTorch</a:t>
          </a:r>
          <a:endParaRPr lang="en-US"/>
        </a:p>
      </dgm:t>
    </dgm:pt>
    <dgm:pt modelId="{BAAA803C-54BB-402F-9AF9-6A7EB5059B69}" type="parTrans" cxnId="{997CAE6B-ABCC-48EF-8D5F-06CBA82460BF}">
      <dgm:prSet/>
      <dgm:spPr/>
      <dgm:t>
        <a:bodyPr/>
        <a:lstStyle/>
        <a:p>
          <a:endParaRPr lang="en-US"/>
        </a:p>
      </dgm:t>
    </dgm:pt>
    <dgm:pt modelId="{2F700B29-F9FC-4CCF-93E5-DC14E4F6183A}" type="sibTrans" cxnId="{997CAE6B-ABCC-48EF-8D5F-06CBA82460BF}">
      <dgm:prSet/>
      <dgm:spPr/>
      <dgm:t>
        <a:bodyPr/>
        <a:lstStyle/>
        <a:p>
          <a:endParaRPr lang="en-US"/>
        </a:p>
      </dgm:t>
    </dgm:pt>
    <dgm:pt modelId="{B9127836-3E02-4270-96B0-9FB50EF6A611}">
      <dgm:prSet/>
      <dgm:spPr/>
      <dgm:t>
        <a:bodyPr/>
        <a:lstStyle/>
        <a:p>
          <a:r>
            <a:rPr lang="es-ES_tradnl"/>
            <a:t>¿JAX está remplazando a TensorFlow?</a:t>
          </a:r>
          <a:endParaRPr lang="en-US"/>
        </a:p>
      </dgm:t>
    </dgm:pt>
    <dgm:pt modelId="{5D6C06A6-DD64-428E-B5F6-8737EB89D40D}" type="parTrans" cxnId="{C54E9551-F8B9-480C-9BEA-F1B195EA5D05}">
      <dgm:prSet/>
      <dgm:spPr/>
      <dgm:t>
        <a:bodyPr/>
        <a:lstStyle/>
        <a:p>
          <a:endParaRPr lang="en-US"/>
        </a:p>
      </dgm:t>
    </dgm:pt>
    <dgm:pt modelId="{FCA896A6-C68B-404F-8925-DAD9A416D572}" type="sibTrans" cxnId="{C54E9551-F8B9-480C-9BEA-F1B195EA5D05}">
      <dgm:prSet/>
      <dgm:spPr/>
      <dgm:t>
        <a:bodyPr/>
        <a:lstStyle/>
        <a:p>
          <a:endParaRPr lang="en-US"/>
        </a:p>
      </dgm:t>
    </dgm:pt>
    <dgm:pt modelId="{EFAD8CE4-37D7-E24C-955A-3C473C3F9A79}" type="pres">
      <dgm:prSet presAssocID="{C5A94CEF-BFDA-4A6C-9736-D06E183F88EC}" presName="vert0" presStyleCnt="0">
        <dgm:presLayoutVars>
          <dgm:dir/>
          <dgm:animOne val="branch"/>
          <dgm:animLvl val="lvl"/>
        </dgm:presLayoutVars>
      </dgm:prSet>
      <dgm:spPr/>
    </dgm:pt>
    <dgm:pt modelId="{48711741-68CC-1A4A-904B-A41ED605900A}" type="pres">
      <dgm:prSet presAssocID="{EE84E243-3C2B-4DAD-9A85-8EF42C44CA74}" presName="thickLine" presStyleLbl="alignNode1" presStyleIdx="0" presStyleCnt="4"/>
      <dgm:spPr/>
    </dgm:pt>
    <dgm:pt modelId="{4C13FF6F-2670-3F40-95D4-15E2ECD76B11}" type="pres">
      <dgm:prSet presAssocID="{EE84E243-3C2B-4DAD-9A85-8EF42C44CA74}" presName="horz1" presStyleCnt="0"/>
      <dgm:spPr/>
    </dgm:pt>
    <dgm:pt modelId="{E85F6CA2-AFB7-CD48-BB83-C7E0F5FE0F5E}" type="pres">
      <dgm:prSet presAssocID="{EE84E243-3C2B-4DAD-9A85-8EF42C44CA74}" presName="tx1" presStyleLbl="revTx" presStyleIdx="0" presStyleCnt="4"/>
      <dgm:spPr/>
    </dgm:pt>
    <dgm:pt modelId="{1124D59B-7B93-4144-8554-7DA0BF509C30}" type="pres">
      <dgm:prSet presAssocID="{EE84E243-3C2B-4DAD-9A85-8EF42C44CA74}" presName="vert1" presStyleCnt="0"/>
      <dgm:spPr/>
    </dgm:pt>
    <dgm:pt modelId="{66F62085-0F43-0D48-BFCF-3967BA55BA8E}" type="pres">
      <dgm:prSet presAssocID="{31566542-E8EA-4A28-9A0A-00F1CB6117E2}" presName="thickLine" presStyleLbl="alignNode1" presStyleIdx="1" presStyleCnt="4"/>
      <dgm:spPr/>
    </dgm:pt>
    <dgm:pt modelId="{9A249808-C691-BA4F-B264-3B3456709CE8}" type="pres">
      <dgm:prSet presAssocID="{31566542-E8EA-4A28-9A0A-00F1CB6117E2}" presName="horz1" presStyleCnt="0"/>
      <dgm:spPr/>
    </dgm:pt>
    <dgm:pt modelId="{4A7905AA-AA88-0A40-BE5F-CB193372E0B0}" type="pres">
      <dgm:prSet presAssocID="{31566542-E8EA-4A28-9A0A-00F1CB6117E2}" presName="tx1" presStyleLbl="revTx" presStyleIdx="1" presStyleCnt="4"/>
      <dgm:spPr/>
    </dgm:pt>
    <dgm:pt modelId="{4FFDF566-4A5E-3145-9279-C7FB1B97D744}" type="pres">
      <dgm:prSet presAssocID="{31566542-E8EA-4A28-9A0A-00F1CB6117E2}" presName="vert1" presStyleCnt="0"/>
      <dgm:spPr/>
    </dgm:pt>
    <dgm:pt modelId="{54E63C37-1FBF-6D41-A389-1384F6A44F0B}" type="pres">
      <dgm:prSet presAssocID="{09898ACA-7070-48A3-886B-5B408D7DE655}" presName="thickLine" presStyleLbl="alignNode1" presStyleIdx="2" presStyleCnt="4"/>
      <dgm:spPr/>
    </dgm:pt>
    <dgm:pt modelId="{38D2EEB2-1B9F-6647-AE02-E4842FB6256A}" type="pres">
      <dgm:prSet presAssocID="{09898ACA-7070-48A3-886B-5B408D7DE655}" presName="horz1" presStyleCnt="0"/>
      <dgm:spPr/>
    </dgm:pt>
    <dgm:pt modelId="{599EC6E0-3CFB-6A4F-AE6A-0195BF1E64D4}" type="pres">
      <dgm:prSet presAssocID="{09898ACA-7070-48A3-886B-5B408D7DE655}" presName="tx1" presStyleLbl="revTx" presStyleIdx="2" presStyleCnt="4"/>
      <dgm:spPr/>
    </dgm:pt>
    <dgm:pt modelId="{63B2A9AB-0CBF-3E43-A0F1-554A99880DDD}" type="pres">
      <dgm:prSet presAssocID="{09898ACA-7070-48A3-886B-5B408D7DE655}" presName="vert1" presStyleCnt="0"/>
      <dgm:spPr/>
    </dgm:pt>
    <dgm:pt modelId="{497030C7-B516-E841-A58D-1C747B4AA503}" type="pres">
      <dgm:prSet presAssocID="{B9127836-3E02-4270-96B0-9FB50EF6A611}" presName="thickLine" presStyleLbl="alignNode1" presStyleIdx="3" presStyleCnt="4"/>
      <dgm:spPr/>
    </dgm:pt>
    <dgm:pt modelId="{67E2522A-1180-B347-9F2F-99F3C3162BC1}" type="pres">
      <dgm:prSet presAssocID="{B9127836-3E02-4270-96B0-9FB50EF6A611}" presName="horz1" presStyleCnt="0"/>
      <dgm:spPr/>
    </dgm:pt>
    <dgm:pt modelId="{8DD09959-6AF6-324A-9E05-CAC6BF096347}" type="pres">
      <dgm:prSet presAssocID="{B9127836-3E02-4270-96B0-9FB50EF6A611}" presName="tx1" presStyleLbl="revTx" presStyleIdx="3" presStyleCnt="4"/>
      <dgm:spPr/>
    </dgm:pt>
    <dgm:pt modelId="{9D01FABB-0DF4-EF40-B86E-749C77FDD3C2}" type="pres">
      <dgm:prSet presAssocID="{B9127836-3E02-4270-96B0-9FB50EF6A611}" presName="vert1" presStyleCnt="0"/>
      <dgm:spPr/>
    </dgm:pt>
  </dgm:ptLst>
  <dgm:cxnLst>
    <dgm:cxn modelId="{6DF44607-D515-4E2A-A97E-40DD7EAC620C}" srcId="{C5A94CEF-BFDA-4A6C-9736-D06E183F88EC}" destId="{EE84E243-3C2B-4DAD-9A85-8EF42C44CA74}" srcOrd="0" destOrd="0" parTransId="{EBED3E35-1F5E-46ED-85D9-EDC0900BBAD9}" sibTransId="{6C45D574-C6A0-486C-8F5A-3060A5E21D3F}"/>
    <dgm:cxn modelId="{238BE512-43E8-5140-8B3B-7DC86BAC120F}" type="presOf" srcId="{09898ACA-7070-48A3-886B-5B408D7DE655}" destId="{599EC6E0-3CFB-6A4F-AE6A-0195BF1E64D4}" srcOrd="0" destOrd="0" presId="urn:microsoft.com/office/officeart/2008/layout/LinedList"/>
    <dgm:cxn modelId="{C54E9551-F8B9-480C-9BEA-F1B195EA5D05}" srcId="{C5A94CEF-BFDA-4A6C-9736-D06E183F88EC}" destId="{B9127836-3E02-4270-96B0-9FB50EF6A611}" srcOrd="3" destOrd="0" parTransId="{5D6C06A6-DD64-428E-B5F6-8737EB89D40D}" sibTransId="{FCA896A6-C68B-404F-8925-DAD9A416D572}"/>
    <dgm:cxn modelId="{997CAE6B-ABCC-48EF-8D5F-06CBA82460BF}" srcId="{C5A94CEF-BFDA-4A6C-9736-D06E183F88EC}" destId="{09898ACA-7070-48A3-886B-5B408D7DE655}" srcOrd="2" destOrd="0" parTransId="{BAAA803C-54BB-402F-9AF9-6A7EB5059B69}" sibTransId="{2F700B29-F9FC-4CCF-93E5-DC14E4F6183A}"/>
    <dgm:cxn modelId="{74FC9D77-5CDF-634E-92C2-4E813707DB8E}" type="presOf" srcId="{C5A94CEF-BFDA-4A6C-9736-D06E183F88EC}" destId="{EFAD8CE4-37D7-E24C-955A-3C473C3F9A79}" srcOrd="0" destOrd="0" presId="urn:microsoft.com/office/officeart/2008/layout/LinedList"/>
    <dgm:cxn modelId="{E2EF2D81-EB29-4241-9E92-C2D7DA4D23E6}" srcId="{C5A94CEF-BFDA-4A6C-9736-D06E183F88EC}" destId="{31566542-E8EA-4A28-9A0A-00F1CB6117E2}" srcOrd="1" destOrd="0" parTransId="{059FCE7E-5CD9-485F-9D9D-03F790C26C08}" sibTransId="{59AC9495-E161-4228-B78E-AF88F1A0A4C1}"/>
    <dgm:cxn modelId="{DD2C9CA0-836A-FB4B-9D31-B0DBD1F6B950}" type="presOf" srcId="{B9127836-3E02-4270-96B0-9FB50EF6A611}" destId="{8DD09959-6AF6-324A-9E05-CAC6BF096347}" srcOrd="0" destOrd="0" presId="urn:microsoft.com/office/officeart/2008/layout/LinedList"/>
    <dgm:cxn modelId="{DD2B15AF-F23A-5D47-BBFE-CADAE214FE92}" type="presOf" srcId="{EE84E243-3C2B-4DAD-9A85-8EF42C44CA74}" destId="{E85F6CA2-AFB7-CD48-BB83-C7E0F5FE0F5E}" srcOrd="0" destOrd="0" presId="urn:microsoft.com/office/officeart/2008/layout/LinedList"/>
    <dgm:cxn modelId="{E04C97D8-6B74-5E4F-9760-4E20F96C3366}" type="presOf" srcId="{31566542-E8EA-4A28-9A0A-00F1CB6117E2}" destId="{4A7905AA-AA88-0A40-BE5F-CB193372E0B0}" srcOrd="0" destOrd="0" presId="urn:microsoft.com/office/officeart/2008/layout/LinedList"/>
    <dgm:cxn modelId="{4AA1C33B-6613-B14A-BAC0-0F6B2378FAF3}" type="presParOf" srcId="{EFAD8CE4-37D7-E24C-955A-3C473C3F9A79}" destId="{48711741-68CC-1A4A-904B-A41ED605900A}" srcOrd="0" destOrd="0" presId="urn:microsoft.com/office/officeart/2008/layout/LinedList"/>
    <dgm:cxn modelId="{0AA46C96-E9C4-2447-AC3E-50C11222873E}" type="presParOf" srcId="{EFAD8CE4-37D7-E24C-955A-3C473C3F9A79}" destId="{4C13FF6F-2670-3F40-95D4-15E2ECD76B11}" srcOrd="1" destOrd="0" presId="urn:microsoft.com/office/officeart/2008/layout/LinedList"/>
    <dgm:cxn modelId="{9DA0C20B-91D3-DB40-BBD9-D1483CDD6BD8}" type="presParOf" srcId="{4C13FF6F-2670-3F40-95D4-15E2ECD76B11}" destId="{E85F6CA2-AFB7-CD48-BB83-C7E0F5FE0F5E}" srcOrd="0" destOrd="0" presId="urn:microsoft.com/office/officeart/2008/layout/LinedList"/>
    <dgm:cxn modelId="{45768BCC-9BDB-D149-8264-AF86FAAFF4D6}" type="presParOf" srcId="{4C13FF6F-2670-3F40-95D4-15E2ECD76B11}" destId="{1124D59B-7B93-4144-8554-7DA0BF509C30}" srcOrd="1" destOrd="0" presId="urn:microsoft.com/office/officeart/2008/layout/LinedList"/>
    <dgm:cxn modelId="{DB7CC5E5-F63D-1C4A-904F-77A7797EA468}" type="presParOf" srcId="{EFAD8CE4-37D7-E24C-955A-3C473C3F9A79}" destId="{66F62085-0F43-0D48-BFCF-3967BA55BA8E}" srcOrd="2" destOrd="0" presId="urn:microsoft.com/office/officeart/2008/layout/LinedList"/>
    <dgm:cxn modelId="{0CE330F5-20D6-8443-B482-E9138D2D2058}" type="presParOf" srcId="{EFAD8CE4-37D7-E24C-955A-3C473C3F9A79}" destId="{9A249808-C691-BA4F-B264-3B3456709CE8}" srcOrd="3" destOrd="0" presId="urn:microsoft.com/office/officeart/2008/layout/LinedList"/>
    <dgm:cxn modelId="{7AE53642-6604-8243-B0D4-12B80B277E55}" type="presParOf" srcId="{9A249808-C691-BA4F-B264-3B3456709CE8}" destId="{4A7905AA-AA88-0A40-BE5F-CB193372E0B0}" srcOrd="0" destOrd="0" presId="urn:microsoft.com/office/officeart/2008/layout/LinedList"/>
    <dgm:cxn modelId="{EFE2A9E1-B1D6-F84D-ADB8-452458BA3C70}" type="presParOf" srcId="{9A249808-C691-BA4F-B264-3B3456709CE8}" destId="{4FFDF566-4A5E-3145-9279-C7FB1B97D744}" srcOrd="1" destOrd="0" presId="urn:microsoft.com/office/officeart/2008/layout/LinedList"/>
    <dgm:cxn modelId="{C068D1C7-D7DA-4C4E-89DB-FCF61EABC4B5}" type="presParOf" srcId="{EFAD8CE4-37D7-E24C-955A-3C473C3F9A79}" destId="{54E63C37-1FBF-6D41-A389-1384F6A44F0B}" srcOrd="4" destOrd="0" presId="urn:microsoft.com/office/officeart/2008/layout/LinedList"/>
    <dgm:cxn modelId="{AD4A1A9D-2507-6C4B-B97C-4A0A34F1F602}" type="presParOf" srcId="{EFAD8CE4-37D7-E24C-955A-3C473C3F9A79}" destId="{38D2EEB2-1B9F-6647-AE02-E4842FB6256A}" srcOrd="5" destOrd="0" presId="urn:microsoft.com/office/officeart/2008/layout/LinedList"/>
    <dgm:cxn modelId="{76ED9F34-1401-814A-9B19-3264E10A93E1}" type="presParOf" srcId="{38D2EEB2-1B9F-6647-AE02-E4842FB6256A}" destId="{599EC6E0-3CFB-6A4F-AE6A-0195BF1E64D4}" srcOrd="0" destOrd="0" presId="urn:microsoft.com/office/officeart/2008/layout/LinedList"/>
    <dgm:cxn modelId="{E0E1CDC3-E2BD-A74A-B155-671BACEB3258}" type="presParOf" srcId="{38D2EEB2-1B9F-6647-AE02-E4842FB6256A}" destId="{63B2A9AB-0CBF-3E43-A0F1-554A99880DDD}" srcOrd="1" destOrd="0" presId="urn:microsoft.com/office/officeart/2008/layout/LinedList"/>
    <dgm:cxn modelId="{40FEA961-8C73-514E-A197-34A609A03D8A}" type="presParOf" srcId="{EFAD8CE4-37D7-E24C-955A-3C473C3F9A79}" destId="{497030C7-B516-E841-A58D-1C747B4AA503}" srcOrd="6" destOrd="0" presId="urn:microsoft.com/office/officeart/2008/layout/LinedList"/>
    <dgm:cxn modelId="{D6FAB186-BEB6-DE4F-9C3E-CB24FDF9F32E}" type="presParOf" srcId="{EFAD8CE4-37D7-E24C-955A-3C473C3F9A79}" destId="{67E2522A-1180-B347-9F2F-99F3C3162BC1}" srcOrd="7" destOrd="0" presId="urn:microsoft.com/office/officeart/2008/layout/LinedList"/>
    <dgm:cxn modelId="{8E31919B-B1F2-F144-92A1-3E8C791D10B0}" type="presParOf" srcId="{67E2522A-1180-B347-9F2F-99F3C3162BC1}" destId="{8DD09959-6AF6-324A-9E05-CAC6BF096347}" srcOrd="0" destOrd="0" presId="urn:microsoft.com/office/officeart/2008/layout/LinedList"/>
    <dgm:cxn modelId="{88E56F96-D43B-324E-868F-65D63D459AD1}" type="presParOf" srcId="{67E2522A-1180-B347-9F2F-99F3C3162BC1}" destId="{9D01FABB-0DF4-EF40-B86E-749C77FDD3C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3FD06E-0B7B-42F8-9DB1-609FD3B0AAE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D6C2DB5-996B-4A28-8449-89F32238D0A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_tradnl" sz="1200" dirty="0"/>
            <a:t>Eficiente, no ejecuta operaciones </a:t>
          </a:r>
          <a:r>
            <a:rPr lang="es-ES_tradnl" sz="1200" dirty="0" err="1"/>
            <a:t>inecesarias</a:t>
          </a:r>
          <a:endParaRPr lang="en-US" sz="1200" dirty="0"/>
        </a:p>
      </dgm:t>
    </dgm:pt>
    <dgm:pt modelId="{1BC8D592-564A-4C99-A4BF-61690B7D086B}" type="parTrans" cxnId="{AE86E75A-CBB2-4CF3-8975-D7FC9EACE136}">
      <dgm:prSet/>
      <dgm:spPr/>
      <dgm:t>
        <a:bodyPr/>
        <a:lstStyle/>
        <a:p>
          <a:endParaRPr lang="en-US" sz="2000"/>
        </a:p>
      </dgm:t>
    </dgm:pt>
    <dgm:pt modelId="{F01A82E1-6016-415F-9182-0448692D46D1}" type="sibTrans" cxnId="{AE86E75A-CBB2-4CF3-8975-D7FC9EACE136}">
      <dgm:prSet/>
      <dgm:spPr/>
      <dgm:t>
        <a:bodyPr/>
        <a:lstStyle/>
        <a:p>
          <a:endParaRPr lang="en-US" sz="2000"/>
        </a:p>
      </dgm:t>
    </dgm:pt>
    <dgm:pt modelId="{CBF1C242-03C0-4498-BA92-1B8538DCC6D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_tradnl" sz="1200"/>
            <a:t>Abstraer la paralelización y la infraestructura</a:t>
          </a:r>
          <a:endParaRPr lang="en-US" sz="1200"/>
        </a:p>
      </dgm:t>
    </dgm:pt>
    <dgm:pt modelId="{9BFD3CE1-E7A0-4F2A-89A9-A20CF4D00FC4}" type="parTrans" cxnId="{F9DBC252-E017-44E5-90C4-73C076612A82}">
      <dgm:prSet/>
      <dgm:spPr/>
      <dgm:t>
        <a:bodyPr/>
        <a:lstStyle/>
        <a:p>
          <a:endParaRPr lang="en-US" sz="2000"/>
        </a:p>
      </dgm:t>
    </dgm:pt>
    <dgm:pt modelId="{C162E8F0-6C1D-4788-805C-D05D9FA241A0}" type="sibTrans" cxnId="{F9DBC252-E017-44E5-90C4-73C076612A82}">
      <dgm:prSet/>
      <dgm:spPr/>
      <dgm:t>
        <a:bodyPr/>
        <a:lstStyle/>
        <a:p>
          <a:endParaRPr lang="en-US" sz="2000"/>
        </a:p>
      </dgm:t>
    </dgm:pt>
    <dgm:pt modelId="{FA55CE31-0F50-4EE2-B75A-E2C2B1A3C84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_tradnl" sz="1200"/>
            <a:t>Diferenciación automática</a:t>
          </a:r>
          <a:endParaRPr lang="en-US" sz="1200"/>
        </a:p>
      </dgm:t>
    </dgm:pt>
    <dgm:pt modelId="{B1355FBD-6C10-4FC4-B8BC-B24C55CA2F6C}" type="parTrans" cxnId="{E3749FEE-7796-4B31-8E59-ED6AA4A5A194}">
      <dgm:prSet/>
      <dgm:spPr/>
      <dgm:t>
        <a:bodyPr/>
        <a:lstStyle/>
        <a:p>
          <a:endParaRPr lang="en-US" sz="2000"/>
        </a:p>
      </dgm:t>
    </dgm:pt>
    <dgm:pt modelId="{F8F4AC34-E23F-44F1-AB05-37030C1AF5E0}" type="sibTrans" cxnId="{E3749FEE-7796-4B31-8E59-ED6AA4A5A194}">
      <dgm:prSet/>
      <dgm:spPr/>
      <dgm:t>
        <a:bodyPr/>
        <a:lstStyle/>
        <a:p>
          <a:endParaRPr lang="en-US" sz="2000"/>
        </a:p>
      </dgm:t>
    </dgm:pt>
    <dgm:pt modelId="{A6A43B78-4DE7-4B5D-B6BE-C827434E026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_tradnl" sz="1200"/>
            <a:t>Interfase sencilla</a:t>
          </a:r>
          <a:endParaRPr lang="en-US" sz="1200"/>
        </a:p>
      </dgm:t>
    </dgm:pt>
    <dgm:pt modelId="{8B6ABE60-4F87-42A2-8BA4-0807F6AB3D4C}" type="parTrans" cxnId="{A2FC1B03-CC5F-4011-88D6-6FBCDD8946D8}">
      <dgm:prSet/>
      <dgm:spPr/>
      <dgm:t>
        <a:bodyPr/>
        <a:lstStyle/>
        <a:p>
          <a:endParaRPr lang="en-US" sz="2000"/>
        </a:p>
      </dgm:t>
    </dgm:pt>
    <dgm:pt modelId="{69D4562A-476B-4EC1-AEBC-DEB1B5DA37CC}" type="sibTrans" cxnId="{A2FC1B03-CC5F-4011-88D6-6FBCDD8946D8}">
      <dgm:prSet/>
      <dgm:spPr/>
      <dgm:t>
        <a:bodyPr/>
        <a:lstStyle/>
        <a:p>
          <a:endParaRPr lang="en-US" sz="2000"/>
        </a:p>
      </dgm:t>
    </dgm:pt>
    <dgm:pt modelId="{7E78A910-2450-4077-A05B-601AD9CC6CA6}" type="pres">
      <dgm:prSet presAssocID="{3B3FD06E-0B7B-42F8-9DB1-609FD3B0AAEF}" presName="root" presStyleCnt="0">
        <dgm:presLayoutVars>
          <dgm:dir/>
          <dgm:resizeHandles val="exact"/>
        </dgm:presLayoutVars>
      </dgm:prSet>
      <dgm:spPr/>
    </dgm:pt>
    <dgm:pt modelId="{0862D124-3E27-44CC-BF67-7C22E6BEDD4E}" type="pres">
      <dgm:prSet presAssocID="{8D6C2DB5-996B-4A28-8449-89F32238D0AF}" presName="compNode" presStyleCnt="0"/>
      <dgm:spPr/>
    </dgm:pt>
    <dgm:pt modelId="{33468A80-DF5F-4681-887E-2500538627AE}" type="pres">
      <dgm:prSet presAssocID="{8D6C2DB5-996B-4A28-8449-89F32238D0A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1985B5CC-323A-4B05-BB68-269B8D71E2B8}" type="pres">
      <dgm:prSet presAssocID="{8D6C2DB5-996B-4A28-8449-89F32238D0AF}" presName="spaceRect" presStyleCnt="0"/>
      <dgm:spPr/>
    </dgm:pt>
    <dgm:pt modelId="{5D6D89EF-ECBE-4DD6-8EE9-0DC4577EF428}" type="pres">
      <dgm:prSet presAssocID="{8D6C2DB5-996B-4A28-8449-89F32238D0AF}" presName="textRect" presStyleLbl="revTx" presStyleIdx="0" presStyleCnt="4">
        <dgm:presLayoutVars>
          <dgm:chMax val="1"/>
          <dgm:chPref val="1"/>
        </dgm:presLayoutVars>
      </dgm:prSet>
      <dgm:spPr/>
    </dgm:pt>
    <dgm:pt modelId="{D0A24475-F506-41DF-8F49-C7392B991727}" type="pres">
      <dgm:prSet presAssocID="{F01A82E1-6016-415F-9182-0448692D46D1}" presName="sibTrans" presStyleCnt="0"/>
      <dgm:spPr/>
    </dgm:pt>
    <dgm:pt modelId="{C0CECE9E-423E-4924-BE80-8C9875893E51}" type="pres">
      <dgm:prSet presAssocID="{CBF1C242-03C0-4498-BA92-1B8538DCC6DF}" presName="compNode" presStyleCnt="0"/>
      <dgm:spPr/>
    </dgm:pt>
    <dgm:pt modelId="{8188BF84-C384-434B-9D7E-56179523AC43}" type="pres">
      <dgm:prSet presAssocID="{CBF1C242-03C0-4498-BA92-1B8538DCC6D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udad"/>
        </a:ext>
      </dgm:extLst>
    </dgm:pt>
    <dgm:pt modelId="{4E095671-DAF3-42D5-85AA-CF782DFFF970}" type="pres">
      <dgm:prSet presAssocID="{CBF1C242-03C0-4498-BA92-1B8538DCC6DF}" presName="spaceRect" presStyleCnt="0"/>
      <dgm:spPr/>
    </dgm:pt>
    <dgm:pt modelId="{ECF4A147-DD90-49DC-88B6-CCBA8AC0686F}" type="pres">
      <dgm:prSet presAssocID="{CBF1C242-03C0-4498-BA92-1B8538DCC6DF}" presName="textRect" presStyleLbl="revTx" presStyleIdx="1" presStyleCnt="4">
        <dgm:presLayoutVars>
          <dgm:chMax val="1"/>
          <dgm:chPref val="1"/>
        </dgm:presLayoutVars>
      </dgm:prSet>
      <dgm:spPr/>
    </dgm:pt>
    <dgm:pt modelId="{1694D097-5DF3-4273-8332-074FF2D4DFD3}" type="pres">
      <dgm:prSet presAssocID="{C162E8F0-6C1D-4788-805C-D05D9FA241A0}" presName="sibTrans" presStyleCnt="0"/>
      <dgm:spPr/>
    </dgm:pt>
    <dgm:pt modelId="{7863158D-1C75-44CC-873A-8834D33222DA}" type="pres">
      <dgm:prSet presAssocID="{FA55CE31-0F50-4EE2-B75A-E2C2B1A3C84C}" presName="compNode" presStyleCnt="0"/>
      <dgm:spPr/>
    </dgm:pt>
    <dgm:pt modelId="{9DDEC100-2E96-4838-B829-2EF5AECE4AA1}" type="pres">
      <dgm:prSet presAssocID="{FA55CE31-0F50-4EE2-B75A-E2C2B1A3C84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2D759D26-120E-45C4-B4AC-31B73DB6F3E4}" type="pres">
      <dgm:prSet presAssocID="{FA55CE31-0F50-4EE2-B75A-E2C2B1A3C84C}" presName="spaceRect" presStyleCnt="0"/>
      <dgm:spPr/>
    </dgm:pt>
    <dgm:pt modelId="{0D5C467C-48C2-462F-9EBB-C6B5B22A0E9C}" type="pres">
      <dgm:prSet presAssocID="{FA55CE31-0F50-4EE2-B75A-E2C2B1A3C84C}" presName="textRect" presStyleLbl="revTx" presStyleIdx="2" presStyleCnt="4">
        <dgm:presLayoutVars>
          <dgm:chMax val="1"/>
          <dgm:chPref val="1"/>
        </dgm:presLayoutVars>
      </dgm:prSet>
      <dgm:spPr/>
    </dgm:pt>
    <dgm:pt modelId="{DE02C5DF-C9B1-4C9B-8991-EA6F954D1D25}" type="pres">
      <dgm:prSet presAssocID="{F8F4AC34-E23F-44F1-AB05-37030C1AF5E0}" presName="sibTrans" presStyleCnt="0"/>
      <dgm:spPr/>
    </dgm:pt>
    <dgm:pt modelId="{CD61D953-8981-4A43-AB5F-A4AE2868A3E6}" type="pres">
      <dgm:prSet presAssocID="{A6A43B78-4DE7-4B5D-B6BE-C827434E0266}" presName="compNode" presStyleCnt="0"/>
      <dgm:spPr/>
    </dgm:pt>
    <dgm:pt modelId="{079C3704-4E7F-4D12-8B08-29F5F9FC4B63}" type="pres">
      <dgm:prSet presAssocID="{A6A43B78-4DE7-4B5D-B6BE-C827434E026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7FBF672F-62EE-447F-A91C-A7D9B8D351D3}" type="pres">
      <dgm:prSet presAssocID="{A6A43B78-4DE7-4B5D-B6BE-C827434E0266}" presName="spaceRect" presStyleCnt="0"/>
      <dgm:spPr/>
    </dgm:pt>
    <dgm:pt modelId="{65575377-7ACE-4EE3-B5D2-BFB2A78AED59}" type="pres">
      <dgm:prSet presAssocID="{A6A43B78-4DE7-4B5D-B6BE-C827434E026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2FC1B03-CC5F-4011-88D6-6FBCDD8946D8}" srcId="{3B3FD06E-0B7B-42F8-9DB1-609FD3B0AAEF}" destId="{A6A43B78-4DE7-4B5D-B6BE-C827434E0266}" srcOrd="3" destOrd="0" parTransId="{8B6ABE60-4F87-42A2-8BA4-0807F6AB3D4C}" sibTransId="{69D4562A-476B-4EC1-AEBC-DEB1B5DA37CC}"/>
    <dgm:cxn modelId="{F9DBC252-E017-44E5-90C4-73C076612A82}" srcId="{3B3FD06E-0B7B-42F8-9DB1-609FD3B0AAEF}" destId="{CBF1C242-03C0-4498-BA92-1B8538DCC6DF}" srcOrd="1" destOrd="0" parTransId="{9BFD3CE1-E7A0-4F2A-89A9-A20CF4D00FC4}" sibTransId="{C162E8F0-6C1D-4788-805C-D05D9FA241A0}"/>
    <dgm:cxn modelId="{D1780953-BD4F-4DCC-9E93-056BAF8A5EB0}" type="presOf" srcId="{3B3FD06E-0B7B-42F8-9DB1-609FD3B0AAEF}" destId="{7E78A910-2450-4077-A05B-601AD9CC6CA6}" srcOrd="0" destOrd="0" presId="urn:microsoft.com/office/officeart/2018/2/layout/IconLabelList"/>
    <dgm:cxn modelId="{0A29AF57-4F71-4034-BD00-7EF93C3344B4}" type="presOf" srcId="{FA55CE31-0F50-4EE2-B75A-E2C2B1A3C84C}" destId="{0D5C467C-48C2-462F-9EBB-C6B5B22A0E9C}" srcOrd="0" destOrd="0" presId="urn:microsoft.com/office/officeart/2018/2/layout/IconLabelList"/>
    <dgm:cxn modelId="{AE86E75A-CBB2-4CF3-8975-D7FC9EACE136}" srcId="{3B3FD06E-0B7B-42F8-9DB1-609FD3B0AAEF}" destId="{8D6C2DB5-996B-4A28-8449-89F32238D0AF}" srcOrd="0" destOrd="0" parTransId="{1BC8D592-564A-4C99-A4BF-61690B7D086B}" sibTransId="{F01A82E1-6016-415F-9182-0448692D46D1}"/>
    <dgm:cxn modelId="{DC20D49F-C67A-4058-8AFF-547F3574FB49}" type="presOf" srcId="{A6A43B78-4DE7-4B5D-B6BE-C827434E0266}" destId="{65575377-7ACE-4EE3-B5D2-BFB2A78AED59}" srcOrd="0" destOrd="0" presId="urn:microsoft.com/office/officeart/2018/2/layout/IconLabelList"/>
    <dgm:cxn modelId="{534284C3-76D1-4A9D-84E0-D4B8BB6AA289}" type="presOf" srcId="{CBF1C242-03C0-4498-BA92-1B8538DCC6DF}" destId="{ECF4A147-DD90-49DC-88B6-CCBA8AC0686F}" srcOrd="0" destOrd="0" presId="urn:microsoft.com/office/officeart/2018/2/layout/IconLabelList"/>
    <dgm:cxn modelId="{1926CDDD-7F95-4415-AB12-DEE0D21C175C}" type="presOf" srcId="{8D6C2DB5-996B-4A28-8449-89F32238D0AF}" destId="{5D6D89EF-ECBE-4DD6-8EE9-0DC4577EF428}" srcOrd="0" destOrd="0" presId="urn:microsoft.com/office/officeart/2018/2/layout/IconLabelList"/>
    <dgm:cxn modelId="{E3749FEE-7796-4B31-8E59-ED6AA4A5A194}" srcId="{3B3FD06E-0B7B-42F8-9DB1-609FD3B0AAEF}" destId="{FA55CE31-0F50-4EE2-B75A-E2C2B1A3C84C}" srcOrd="2" destOrd="0" parTransId="{B1355FBD-6C10-4FC4-B8BC-B24C55CA2F6C}" sibTransId="{F8F4AC34-E23F-44F1-AB05-37030C1AF5E0}"/>
    <dgm:cxn modelId="{CBAAD184-7DDD-4794-B796-550658024337}" type="presParOf" srcId="{7E78A910-2450-4077-A05B-601AD9CC6CA6}" destId="{0862D124-3E27-44CC-BF67-7C22E6BEDD4E}" srcOrd="0" destOrd="0" presId="urn:microsoft.com/office/officeart/2018/2/layout/IconLabelList"/>
    <dgm:cxn modelId="{3E94E8AE-4BB6-4253-988B-65543CB4290D}" type="presParOf" srcId="{0862D124-3E27-44CC-BF67-7C22E6BEDD4E}" destId="{33468A80-DF5F-4681-887E-2500538627AE}" srcOrd="0" destOrd="0" presId="urn:microsoft.com/office/officeart/2018/2/layout/IconLabelList"/>
    <dgm:cxn modelId="{A118D87C-387F-49C8-934B-30FF5BACF3DB}" type="presParOf" srcId="{0862D124-3E27-44CC-BF67-7C22E6BEDD4E}" destId="{1985B5CC-323A-4B05-BB68-269B8D71E2B8}" srcOrd="1" destOrd="0" presId="urn:microsoft.com/office/officeart/2018/2/layout/IconLabelList"/>
    <dgm:cxn modelId="{1D2BDF7E-54C2-42E2-A0A1-877E055ED6AB}" type="presParOf" srcId="{0862D124-3E27-44CC-BF67-7C22E6BEDD4E}" destId="{5D6D89EF-ECBE-4DD6-8EE9-0DC4577EF428}" srcOrd="2" destOrd="0" presId="urn:microsoft.com/office/officeart/2018/2/layout/IconLabelList"/>
    <dgm:cxn modelId="{5ADA3301-F00F-46A9-842C-48ACBF493293}" type="presParOf" srcId="{7E78A910-2450-4077-A05B-601AD9CC6CA6}" destId="{D0A24475-F506-41DF-8F49-C7392B991727}" srcOrd="1" destOrd="0" presId="urn:microsoft.com/office/officeart/2018/2/layout/IconLabelList"/>
    <dgm:cxn modelId="{DD9A06D1-5B1C-4A42-B91C-A1D45F852C1A}" type="presParOf" srcId="{7E78A910-2450-4077-A05B-601AD9CC6CA6}" destId="{C0CECE9E-423E-4924-BE80-8C9875893E51}" srcOrd="2" destOrd="0" presId="urn:microsoft.com/office/officeart/2018/2/layout/IconLabelList"/>
    <dgm:cxn modelId="{CCA290F5-3533-44B2-9D80-9FAC925AF89C}" type="presParOf" srcId="{C0CECE9E-423E-4924-BE80-8C9875893E51}" destId="{8188BF84-C384-434B-9D7E-56179523AC43}" srcOrd="0" destOrd="0" presId="urn:microsoft.com/office/officeart/2018/2/layout/IconLabelList"/>
    <dgm:cxn modelId="{07DF47BA-0BB1-4E53-97EA-B4A3D77FDC25}" type="presParOf" srcId="{C0CECE9E-423E-4924-BE80-8C9875893E51}" destId="{4E095671-DAF3-42D5-85AA-CF782DFFF970}" srcOrd="1" destOrd="0" presId="urn:microsoft.com/office/officeart/2018/2/layout/IconLabelList"/>
    <dgm:cxn modelId="{076B79AB-0305-487E-9943-C6B66D56EDC9}" type="presParOf" srcId="{C0CECE9E-423E-4924-BE80-8C9875893E51}" destId="{ECF4A147-DD90-49DC-88B6-CCBA8AC0686F}" srcOrd="2" destOrd="0" presId="urn:microsoft.com/office/officeart/2018/2/layout/IconLabelList"/>
    <dgm:cxn modelId="{73E72D90-EC26-4086-A516-B986C9671B31}" type="presParOf" srcId="{7E78A910-2450-4077-A05B-601AD9CC6CA6}" destId="{1694D097-5DF3-4273-8332-074FF2D4DFD3}" srcOrd="3" destOrd="0" presId="urn:microsoft.com/office/officeart/2018/2/layout/IconLabelList"/>
    <dgm:cxn modelId="{78BC86EB-BB6F-4AE8-ACFD-8611BEFA74CB}" type="presParOf" srcId="{7E78A910-2450-4077-A05B-601AD9CC6CA6}" destId="{7863158D-1C75-44CC-873A-8834D33222DA}" srcOrd="4" destOrd="0" presId="urn:microsoft.com/office/officeart/2018/2/layout/IconLabelList"/>
    <dgm:cxn modelId="{BDC76D46-D951-40B0-8818-28A341D023C2}" type="presParOf" srcId="{7863158D-1C75-44CC-873A-8834D33222DA}" destId="{9DDEC100-2E96-4838-B829-2EF5AECE4AA1}" srcOrd="0" destOrd="0" presId="urn:microsoft.com/office/officeart/2018/2/layout/IconLabelList"/>
    <dgm:cxn modelId="{A266394D-4C43-406A-82FA-E016B62E444D}" type="presParOf" srcId="{7863158D-1C75-44CC-873A-8834D33222DA}" destId="{2D759D26-120E-45C4-B4AC-31B73DB6F3E4}" srcOrd="1" destOrd="0" presId="urn:microsoft.com/office/officeart/2018/2/layout/IconLabelList"/>
    <dgm:cxn modelId="{7617BF21-3AF1-4570-A390-EF95874B1E24}" type="presParOf" srcId="{7863158D-1C75-44CC-873A-8834D33222DA}" destId="{0D5C467C-48C2-462F-9EBB-C6B5B22A0E9C}" srcOrd="2" destOrd="0" presId="urn:microsoft.com/office/officeart/2018/2/layout/IconLabelList"/>
    <dgm:cxn modelId="{E9E480B8-002B-4282-8B0C-38DD8A5AF11E}" type="presParOf" srcId="{7E78A910-2450-4077-A05B-601AD9CC6CA6}" destId="{DE02C5DF-C9B1-4C9B-8991-EA6F954D1D25}" srcOrd="5" destOrd="0" presId="urn:microsoft.com/office/officeart/2018/2/layout/IconLabelList"/>
    <dgm:cxn modelId="{746D7CB7-5180-49E1-BA1B-F25D94C079DA}" type="presParOf" srcId="{7E78A910-2450-4077-A05B-601AD9CC6CA6}" destId="{CD61D953-8981-4A43-AB5F-A4AE2868A3E6}" srcOrd="6" destOrd="0" presId="urn:microsoft.com/office/officeart/2018/2/layout/IconLabelList"/>
    <dgm:cxn modelId="{62868E82-AA06-46BC-8759-325550C9B5F5}" type="presParOf" srcId="{CD61D953-8981-4A43-AB5F-A4AE2868A3E6}" destId="{079C3704-4E7F-4D12-8B08-29F5F9FC4B63}" srcOrd="0" destOrd="0" presId="urn:microsoft.com/office/officeart/2018/2/layout/IconLabelList"/>
    <dgm:cxn modelId="{A275CC60-C10F-4042-9B80-0B870AAEAC66}" type="presParOf" srcId="{CD61D953-8981-4A43-AB5F-A4AE2868A3E6}" destId="{7FBF672F-62EE-447F-A91C-A7D9B8D351D3}" srcOrd="1" destOrd="0" presId="urn:microsoft.com/office/officeart/2018/2/layout/IconLabelList"/>
    <dgm:cxn modelId="{1DD50430-9F20-43C2-96F0-665F30915C99}" type="presParOf" srcId="{CD61D953-8981-4A43-AB5F-A4AE2868A3E6}" destId="{65575377-7ACE-4EE3-B5D2-BFB2A78AED5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E6A1AA-7229-433F-A45C-914DCBEED1B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4FF274C-092B-4E61-B9E9-F162D6D584E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MX" sz="1600" i="0" dirty="0"/>
            <a:t>Prepara y carga datos</a:t>
          </a:r>
          <a:endParaRPr lang="en-US" sz="1600" dirty="0"/>
        </a:p>
      </dgm:t>
    </dgm:pt>
    <dgm:pt modelId="{11803CC2-5EB5-4F32-BB1B-944D575C469A}" type="parTrans" cxnId="{B5EC04EA-BA1A-406A-876D-B16B5DFEA5BB}">
      <dgm:prSet/>
      <dgm:spPr/>
      <dgm:t>
        <a:bodyPr/>
        <a:lstStyle/>
        <a:p>
          <a:endParaRPr lang="en-US" sz="2800"/>
        </a:p>
      </dgm:t>
    </dgm:pt>
    <dgm:pt modelId="{D90AB399-C312-4591-A597-DF7098C2CB43}" type="sibTrans" cxnId="{B5EC04EA-BA1A-406A-876D-B16B5DFEA5BB}">
      <dgm:prSet/>
      <dgm:spPr/>
      <dgm:t>
        <a:bodyPr/>
        <a:lstStyle/>
        <a:p>
          <a:endParaRPr lang="en-US" sz="2800"/>
        </a:p>
      </dgm:t>
    </dgm:pt>
    <dgm:pt modelId="{DB5C5096-C3C8-4594-9758-FD3B2CAF8C0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MX" sz="1600" i="0"/>
            <a:t>Crea y optimiza modelos</a:t>
          </a:r>
          <a:endParaRPr lang="en-US" sz="1600"/>
        </a:p>
      </dgm:t>
    </dgm:pt>
    <dgm:pt modelId="{EC2096B5-7A91-4692-8165-A235CF43F6F5}" type="parTrans" cxnId="{B595F2BE-8CC2-40F8-B7DE-FED8CA9188C4}">
      <dgm:prSet/>
      <dgm:spPr/>
      <dgm:t>
        <a:bodyPr/>
        <a:lstStyle/>
        <a:p>
          <a:endParaRPr lang="en-US" sz="2800"/>
        </a:p>
      </dgm:t>
    </dgm:pt>
    <dgm:pt modelId="{FCAD8109-32C9-46CC-B82E-5DAF38AAE240}" type="sibTrans" cxnId="{B595F2BE-8CC2-40F8-B7DE-FED8CA9188C4}">
      <dgm:prSet/>
      <dgm:spPr/>
      <dgm:t>
        <a:bodyPr/>
        <a:lstStyle/>
        <a:p>
          <a:endParaRPr lang="en-US" sz="2800"/>
        </a:p>
      </dgm:t>
    </dgm:pt>
    <dgm:pt modelId="{0E1292F8-F6DC-4744-BD23-6E99618E8A8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MX" sz="1600"/>
            <a:t>Implementa modelos locales, en el navegador, en la nube o integrados en el dispositivo</a:t>
          </a:r>
          <a:endParaRPr lang="en-US" sz="1600"/>
        </a:p>
      </dgm:t>
    </dgm:pt>
    <dgm:pt modelId="{3C79ED7A-5381-43CD-868F-1B4DC7D63E09}" type="parTrans" cxnId="{5E07B8C4-BA66-414E-B991-14CCFAAA3484}">
      <dgm:prSet/>
      <dgm:spPr/>
      <dgm:t>
        <a:bodyPr/>
        <a:lstStyle/>
        <a:p>
          <a:endParaRPr lang="en-US" sz="2800"/>
        </a:p>
      </dgm:t>
    </dgm:pt>
    <dgm:pt modelId="{DACA9135-D5C9-43E3-9F0C-08AB58622EBE}" type="sibTrans" cxnId="{5E07B8C4-BA66-414E-B991-14CCFAAA3484}">
      <dgm:prSet/>
      <dgm:spPr/>
      <dgm:t>
        <a:bodyPr/>
        <a:lstStyle/>
        <a:p>
          <a:endParaRPr lang="en-US" sz="2800"/>
        </a:p>
      </dgm:t>
    </dgm:pt>
    <dgm:pt modelId="{40C9677F-2673-496D-958A-2C251FB3CBE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MX" sz="1600"/>
            <a:t>Implementa MLOps para la producción de AA</a:t>
          </a:r>
          <a:endParaRPr lang="en-US" sz="1600"/>
        </a:p>
      </dgm:t>
    </dgm:pt>
    <dgm:pt modelId="{C3773188-8BA5-4682-BEBD-03C86233B108}" type="parTrans" cxnId="{CFDBD183-07F9-45A6-99A5-2E0F271457AE}">
      <dgm:prSet/>
      <dgm:spPr/>
      <dgm:t>
        <a:bodyPr/>
        <a:lstStyle/>
        <a:p>
          <a:endParaRPr lang="en-US" sz="2800"/>
        </a:p>
      </dgm:t>
    </dgm:pt>
    <dgm:pt modelId="{3E3BAF38-802B-4F72-96E3-CBDD4635CDC5}" type="sibTrans" cxnId="{CFDBD183-07F9-45A6-99A5-2E0F271457AE}">
      <dgm:prSet/>
      <dgm:spPr/>
      <dgm:t>
        <a:bodyPr/>
        <a:lstStyle/>
        <a:p>
          <a:endParaRPr lang="en-US" sz="2800"/>
        </a:p>
      </dgm:t>
    </dgm:pt>
    <dgm:pt modelId="{C14DC66B-E30B-46A3-B3FB-85B426E9E238}" type="pres">
      <dgm:prSet presAssocID="{D3E6A1AA-7229-433F-A45C-914DCBEED1B2}" presName="root" presStyleCnt="0">
        <dgm:presLayoutVars>
          <dgm:dir/>
          <dgm:resizeHandles val="exact"/>
        </dgm:presLayoutVars>
      </dgm:prSet>
      <dgm:spPr/>
    </dgm:pt>
    <dgm:pt modelId="{B2801F9C-4D9B-4076-A00E-35458E9B1C96}" type="pres">
      <dgm:prSet presAssocID="{54FF274C-092B-4E61-B9E9-F162D6D584EA}" presName="compNode" presStyleCnt="0"/>
      <dgm:spPr/>
    </dgm:pt>
    <dgm:pt modelId="{722F9902-2C3F-419A-B80F-26701F7BBBE7}" type="pres">
      <dgm:prSet presAssocID="{54FF274C-092B-4E61-B9E9-F162D6D584E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DBAA8539-2BF8-4867-A28E-017530D138E6}" type="pres">
      <dgm:prSet presAssocID="{54FF274C-092B-4E61-B9E9-F162D6D584EA}" presName="spaceRect" presStyleCnt="0"/>
      <dgm:spPr/>
    </dgm:pt>
    <dgm:pt modelId="{11E70F4E-F92C-4DB8-86C4-4DECBEA45E8E}" type="pres">
      <dgm:prSet presAssocID="{54FF274C-092B-4E61-B9E9-F162D6D584EA}" presName="textRect" presStyleLbl="revTx" presStyleIdx="0" presStyleCnt="4">
        <dgm:presLayoutVars>
          <dgm:chMax val="1"/>
          <dgm:chPref val="1"/>
        </dgm:presLayoutVars>
      </dgm:prSet>
      <dgm:spPr/>
    </dgm:pt>
    <dgm:pt modelId="{6BFF47C9-C679-457F-94A0-399018232046}" type="pres">
      <dgm:prSet presAssocID="{D90AB399-C312-4591-A597-DF7098C2CB43}" presName="sibTrans" presStyleCnt="0"/>
      <dgm:spPr/>
    </dgm:pt>
    <dgm:pt modelId="{4CC8F7E3-7EA6-4A0C-B6B1-021BDA79B17B}" type="pres">
      <dgm:prSet presAssocID="{DB5C5096-C3C8-4594-9758-FD3B2CAF8C0D}" presName="compNode" presStyleCnt="0"/>
      <dgm:spPr/>
    </dgm:pt>
    <dgm:pt modelId="{539EE33D-19A0-4619-B0CD-EDE4D0F97ACE}" type="pres">
      <dgm:prSet presAssocID="{DB5C5096-C3C8-4594-9758-FD3B2CAF8C0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962B05CB-0ABF-4D49-A47C-2DD1D43ABE52}" type="pres">
      <dgm:prSet presAssocID="{DB5C5096-C3C8-4594-9758-FD3B2CAF8C0D}" presName="spaceRect" presStyleCnt="0"/>
      <dgm:spPr/>
    </dgm:pt>
    <dgm:pt modelId="{B2F3ADE3-C9B5-4FC9-B8DA-4C703463A41F}" type="pres">
      <dgm:prSet presAssocID="{DB5C5096-C3C8-4594-9758-FD3B2CAF8C0D}" presName="textRect" presStyleLbl="revTx" presStyleIdx="1" presStyleCnt="4">
        <dgm:presLayoutVars>
          <dgm:chMax val="1"/>
          <dgm:chPref val="1"/>
        </dgm:presLayoutVars>
      </dgm:prSet>
      <dgm:spPr/>
    </dgm:pt>
    <dgm:pt modelId="{B48FAEA5-CCE2-499B-BDD6-DED627CD3C35}" type="pres">
      <dgm:prSet presAssocID="{FCAD8109-32C9-46CC-B82E-5DAF38AAE240}" presName="sibTrans" presStyleCnt="0"/>
      <dgm:spPr/>
    </dgm:pt>
    <dgm:pt modelId="{148AFD88-F3F9-46EE-B63D-C7A3242EE53A}" type="pres">
      <dgm:prSet presAssocID="{0E1292F8-F6DC-4744-BD23-6E99618E8A8F}" presName="compNode" presStyleCnt="0"/>
      <dgm:spPr/>
    </dgm:pt>
    <dgm:pt modelId="{1DE55543-7D83-49A2-B71C-15C36220BBDD}" type="pres">
      <dgm:prSet presAssocID="{0E1292F8-F6DC-4744-BD23-6E99618E8A8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1CBDA40C-DB63-4BCD-B200-51AE2166E328}" type="pres">
      <dgm:prSet presAssocID="{0E1292F8-F6DC-4744-BD23-6E99618E8A8F}" presName="spaceRect" presStyleCnt="0"/>
      <dgm:spPr/>
    </dgm:pt>
    <dgm:pt modelId="{95C46444-C8BE-4248-9183-851C4F3950E5}" type="pres">
      <dgm:prSet presAssocID="{0E1292F8-F6DC-4744-BD23-6E99618E8A8F}" presName="textRect" presStyleLbl="revTx" presStyleIdx="2" presStyleCnt="4">
        <dgm:presLayoutVars>
          <dgm:chMax val="1"/>
          <dgm:chPref val="1"/>
        </dgm:presLayoutVars>
      </dgm:prSet>
      <dgm:spPr/>
    </dgm:pt>
    <dgm:pt modelId="{1A931D68-3F59-4505-9A03-C73575DAAE27}" type="pres">
      <dgm:prSet presAssocID="{DACA9135-D5C9-43E3-9F0C-08AB58622EBE}" presName="sibTrans" presStyleCnt="0"/>
      <dgm:spPr/>
    </dgm:pt>
    <dgm:pt modelId="{98FFF220-4AE8-46C0-808E-A5F06C0B321A}" type="pres">
      <dgm:prSet presAssocID="{40C9677F-2673-496D-958A-2C251FB3CBE3}" presName="compNode" presStyleCnt="0"/>
      <dgm:spPr/>
    </dgm:pt>
    <dgm:pt modelId="{A5A16427-357C-4801-8715-D1E7DADAEF98}" type="pres">
      <dgm:prSet presAssocID="{40C9677F-2673-496D-958A-2C251FB3CBE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ábrica"/>
        </a:ext>
      </dgm:extLst>
    </dgm:pt>
    <dgm:pt modelId="{17D37413-C2DC-42CF-AF76-5A74F2C88FFC}" type="pres">
      <dgm:prSet presAssocID="{40C9677F-2673-496D-958A-2C251FB3CBE3}" presName="spaceRect" presStyleCnt="0"/>
      <dgm:spPr/>
    </dgm:pt>
    <dgm:pt modelId="{17B432EE-4D06-46A0-8D61-C2BAC214AF93}" type="pres">
      <dgm:prSet presAssocID="{40C9677F-2673-496D-958A-2C251FB3CBE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F882600-488F-4CD0-9E92-44C9E18DD77D}" type="presOf" srcId="{0E1292F8-F6DC-4744-BD23-6E99618E8A8F}" destId="{95C46444-C8BE-4248-9183-851C4F3950E5}" srcOrd="0" destOrd="0" presId="urn:microsoft.com/office/officeart/2018/2/layout/IconLabelList"/>
    <dgm:cxn modelId="{43CEDF71-1550-449F-9FC8-D6CBDB285EC6}" type="presOf" srcId="{40C9677F-2673-496D-958A-2C251FB3CBE3}" destId="{17B432EE-4D06-46A0-8D61-C2BAC214AF93}" srcOrd="0" destOrd="0" presId="urn:microsoft.com/office/officeart/2018/2/layout/IconLabelList"/>
    <dgm:cxn modelId="{CFDBD183-07F9-45A6-99A5-2E0F271457AE}" srcId="{D3E6A1AA-7229-433F-A45C-914DCBEED1B2}" destId="{40C9677F-2673-496D-958A-2C251FB3CBE3}" srcOrd="3" destOrd="0" parTransId="{C3773188-8BA5-4682-BEBD-03C86233B108}" sibTransId="{3E3BAF38-802B-4F72-96E3-CBDD4635CDC5}"/>
    <dgm:cxn modelId="{2D80FFAD-0636-4007-A9E9-9A0183A0074D}" type="presOf" srcId="{D3E6A1AA-7229-433F-A45C-914DCBEED1B2}" destId="{C14DC66B-E30B-46A3-B3FB-85B426E9E238}" srcOrd="0" destOrd="0" presId="urn:microsoft.com/office/officeart/2018/2/layout/IconLabelList"/>
    <dgm:cxn modelId="{B595F2BE-8CC2-40F8-B7DE-FED8CA9188C4}" srcId="{D3E6A1AA-7229-433F-A45C-914DCBEED1B2}" destId="{DB5C5096-C3C8-4594-9758-FD3B2CAF8C0D}" srcOrd="1" destOrd="0" parTransId="{EC2096B5-7A91-4692-8165-A235CF43F6F5}" sibTransId="{FCAD8109-32C9-46CC-B82E-5DAF38AAE240}"/>
    <dgm:cxn modelId="{5E07B8C4-BA66-414E-B991-14CCFAAA3484}" srcId="{D3E6A1AA-7229-433F-A45C-914DCBEED1B2}" destId="{0E1292F8-F6DC-4744-BD23-6E99618E8A8F}" srcOrd="2" destOrd="0" parTransId="{3C79ED7A-5381-43CD-868F-1B4DC7D63E09}" sibTransId="{DACA9135-D5C9-43E3-9F0C-08AB58622EBE}"/>
    <dgm:cxn modelId="{FBF293C8-1798-4892-B20A-ADD3A2F55ABE}" type="presOf" srcId="{DB5C5096-C3C8-4594-9758-FD3B2CAF8C0D}" destId="{B2F3ADE3-C9B5-4FC9-B8DA-4C703463A41F}" srcOrd="0" destOrd="0" presId="urn:microsoft.com/office/officeart/2018/2/layout/IconLabelList"/>
    <dgm:cxn modelId="{B5EC04EA-BA1A-406A-876D-B16B5DFEA5BB}" srcId="{D3E6A1AA-7229-433F-A45C-914DCBEED1B2}" destId="{54FF274C-092B-4E61-B9E9-F162D6D584EA}" srcOrd="0" destOrd="0" parTransId="{11803CC2-5EB5-4F32-BB1B-944D575C469A}" sibTransId="{D90AB399-C312-4591-A597-DF7098C2CB43}"/>
    <dgm:cxn modelId="{2D3C09F8-D401-4A43-9F5F-B5EA5A979B28}" type="presOf" srcId="{54FF274C-092B-4E61-B9E9-F162D6D584EA}" destId="{11E70F4E-F92C-4DB8-86C4-4DECBEA45E8E}" srcOrd="0" destOrd="0" presId="urn:microsoft.com/office/officeart/2018/2/layout/IconLabelList"/>
    <dgm:cxn modelId="{B2CD098B-D0D9-414A-A8CB-DC68B1797BDC}" type="presParOf" srcId="{C14DC66B-E30B-46A3-B3FB-85B426E9E238}" destId="{B2801F9C-4D9B-4076-A00E-35458E9B1C96}" srcOrd="0" destOrd="0" presId="urn:microsoft.com/office/officeart/2018/2/layout/IconLabelList"/>
    <dgm:cxn modelId="{01C806AC-4630-449B-A680-70CAE9D2691F}" type="presParOf" srcId="{B2801F9C-4D9B-4076-A00E-35458E9B1C96}" destId="{722F9902-2C3F-419A-B80F-26701F7BBBE7}" srcOrd="0" destOrd="0" presId="urn:microsoft.com/office/officeart/2018/2/layout/IconLabelList"/>
    <dgm:cxn modelId="{666AB970-58CE-45C1-9ED3-3D8C53C3940C}" type="presParOf" srcId="{B2801F9C-4D9B-4076-A00E-35458E9B1C96}" destId="{DBAA8539-2BF8-4867-A28E-017530D138E6}" srcOrd="1" destOrd="0" presId="urn:microsoft.com/office/officeart/2018/2/layout/IconLabelList"/>
    <dgm:cxn modelId="{FF428352-9D96-4E37-B41A-5C2AAF3E0163}" type="presParOf" srcId="{B2801F9C-4D9B-4076-A00E-35458E9B1C96}" destId="{11E70F4E-F92C-4DB8-86C4-4DECBEA45E8E}" srcOrd="2" destOrd="0" presId="urn:microsoft.com/office/officeart/2018/2/layout/IconLabelList"/>
    <dgm:cxn modelId="{DA9C8E52-1073-484B-9D44-4F531482D086}" type="presParOf" srcId="{C14DC66B-E30B-46A3-B3FB-85B426E9E238}" destId="{6BFF47C9-C679-457F-94A0-399018232046}" srcOrd="1" destOrd="0" presId="urn:microsoft.com/office/officeart/2018/2/layout/IconLabelList"/>
    <dgm:cxn modelId="{77724E02-DEE9-43A2-9EE9-7619412E72A2}" type="presParOf" srcId="{C14DC66B-E30B-46A3-B3FB-85B426E9E238}" destId="{4CC8F7E3-7EA6-4A0C-B6B1-021BDA79B17B}" srcOrd="2" destOrd="0" presId="urn:microsoft.com/office/officeart/2018/2/layout/IconLabelList"/>
    <dgm:cxn modelId="{A1ACC49D-EC8A-41A9-A57A-F72AAE70E288}" type="presParOf" srcId="{4CC8F7E3-7EA6-4A0C-B6B1-021BDA79B17B}" destId="{539EE33D-19A0-4619-B0CD-EDE4D0F97ACE}" srcOrd="0" destOrd="0" presId="urn:microsoft.com/office/officeart/2018/2/layout/IconLabelList"/>
    <dgm:cxn modelId="{22102FBE-1031-480A-85BF-0999DD342FB5}" type="presParOf" srcId="{4CC8F7E3-7EA6-4A0C-B6B1-021BDA79B17B}" destId="{962B05CB-0ABF-4D49-A47C-2DD1D43ABE52}" srcOrd="1" destOrd="0" presId="urn:microsoft.com/office/officeart/2018/2/layout/IconLabelList"/>
    <dgm:cxn modelId="{BDA46F40-E513-476E-ABEF-D2452BC18D40}" type="presParOf" srcId="{4CC8F7E3-7EA6-4A0C-B6B1-021BDA79B17B}" destId="{B2F3ADE3-C9B5-4FC9-B8DA-4C703463A41F}" srcOrd="2" destOrd="0" presId="urn:microsoft.com/office/officeart/2018/2/layout/IconLabelList"/>
    <dgm:cxn modelId="{7BB4BCD1-60D4-4D78-B7C6-00784738607F}" type="presParOf" srcId="{C14DC66B-E30B-46A3-B3FB-85B426E9E238}" destId="{B48FAEA5-CCE2-499B-BDD6-DED627CD3C35}" srcOrd="3" destOrd="0" presId="urn:microsoft.com/office/officeart/2018/2/layout/IconLabelList"/>
    <dgm:cxn modelId="{D2DAB553-BB8C-41B0-BAEA-457A9C213E1D}" type="presParOf" srcId="{C14DC66B-E30B-46A3-B3FB-85B426E9E238}" destId="{148AFD88-F3F9-46EE-B63D-C7A3242EE53A}" srcOrd="4" destOrd="0" presId="urn:microsoft.com/office/officeart/2018/2/layout/IconLabelList"/>
    <dgm:cxn modelId="{ADA81AA9-4C2C-4785-824F-B0ACAD196780}" type="presParOf" srcId="{148AFD88-F3F9-46EE-B63D-C7A3242EE53A}" destId="{1DE55543-7D83-49A2-B71C-15C36220BBDD}" srcOrd="0" destOrd="0" presId="urn:microsoft.com/office/officeart/2018/2/layout/IconLabelList"/>
    <dgm:cxn modelId="{BB2636E5-B8E8-4904-B37F-0ADC52E81299}" type="presParOf" srcId="{148AFD88-F3F9-46EE-B63D-C7A3242EE53A}" destId="{1CBDA40C-DB63-4BCD-B200-51AE2166E328}" srcOrd="1" destOrd="0" presId="urn:microsoft.com/office/officeart/2018/2/layout/IconLabelList"/>
    <dgm:cxn modelId="{FC0608C3-FD71-4DE3-BB9C-AC721DA824B9}" type="presParOf" srcId="{148AFD88-F3F9-46EE-B63D-C7A3242EE53A}" destId="{95C46444-C8BE-4248-9183-851C4F3950E5}" srcOrd="2" destOrd="0" presId="urn:microsoft.com/office/officeart/2018/2/layout/IconLabelList"/>
    <dgm:cxn modelId="{4774E46E-0729-47B2-BB46-B36BE8130BCF}" type="presParOf" srcId="{C14DC66B-E30B-46A3-B3FB-85B426E9E238}" destId="{1A931D68-3F59-4505-9A03-C73575DAAE27}" srcOrd="5" destOrd="0" presId="urn:microsoft.com/office/officeart/2018/2/layout/IconLabelList"/>
    <dgm:cxn modelId="{D78E11FA-21D5-418B-9448-5AF7653AD636}" type="presParOf" srcId="{C14DC66B-E30B-46A3-B3FB-85B426E9E238}" destId="{98FFF220-4AE8-46C0-808E-A5F06C0B321A}" srcOrd="6" destOrd="0" presId="urn:microsoft.com/office/officeart/2018/2/layout/IconLabelList"/>
    <dgm:cxn modelId="{42A5EFB3-5965-40ED-8788-013C8DF8E638}" type="presParOf" srcId="{98FFF220-4AE8-46C0-808E-A5F06C0B321A}" destId="{A5A16427-357C-4801-8715-D1E7DADAEF98}" srcOrd="0" destOrd="0" presId="urn:microsoft.com/office/officeart/2018/2/layout/IconLabelList"/>
    <dgm:cxn modelId="{93DB5EE3-2F4A-41D1-925F-78134E12E5BE}" type="presParOf" srcId="{98FFF220-4AE8-46C0-808E-A5F06C0B321A}" destId="{17D37413-C2DC-42CF-AF76-5A74F2C88FFC}" srcOrd="1" destOrd="0" presId="urn:microsoft.com/office/officeart/2018/2/layout/IconLabelList"/>
    <dgm:cxn modelId="{9E07CB10-DC2C-4FFF-9A89-C2F97385FCBD}" type="presParOf" srcId="{98FFF220-4AE8-46C0-808E-A5F06C0B321A}" destId="{17B432EE-4D06-46A0-8D61-C2BAC214AF9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D30AB42-212A-4932-A003-1830B807D0AD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5BF0DC-33F1-4D21-83A7-8FFE7196863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_tradnl" sz="1600" dirty="0"/>
            <a:t>Diferenciación automática especialmente eficiente.</a:t>
          </a:r>
          <a:endParaRPr lang="en-US" sz="1600" dirty="0"/>
        </a:p>
      </dgm:t>
    </dgm:pt>
    <dgm:pt modelId="{2C5BA4BB-AA70-4739-802A-608CFE97689D}" type="parTrans" cxnId="{292B6776-B2C7-42EC-A0F6-0263B20E70C9}">
      <dgm:prSet/>
      <dgm:spPr/>
      <dgm:t>
        <a:bodyPr/>
        <a:lstStyle/>
        <a:p>
          <a:endParaRPr lang="en-US" sz="2800"/>
        </a:p>
      </dgm:t>
    </dgm:pt>
    <dgm:pt modelId="{0E534DA0-E317-4214-B2F6-8A904F6D7E7E}" type="sibTrans" cxnId="{292B6776-B2C7-42EC-A0F6-0263B20E70C9}">
      <dgm:prSet/>
      <dgm:spPr/>
      <dgm:t>
        <a:bodyPr/>
        <a:lstStyle/>
        <a:p>
          <a:pPr>
            <a:lnSpc>
              <a:spcPct val="100000"/>
            </a:lnSpc>
          </a:pPr>
          <a:endParaRPr lang="en-US" sz="2800"/>
        </a:p>
      </dgm:t>
    </dgm:pt>
    <dgm:pt modelId="{E013F198-E031-4D75-B888-020A54732D6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_tradnl" sz="1600"/>
            <a:t>Compilación XLA en tiempo real, ejecución de código altamente optimizada.</a:t>
          </a:r>
          <a:endParaRPr lang="en-US" sz="1600"/>
        </a:p>
      </dgm:t>
    </dgm:pt>
    <dgm:pt modelId="{D9F83418-9762-4733-877A-2E8E83A111C3}" type="parTrans" cxnId="{0C0824A8-E3E8-4B18-80D1-74D2DEDCA131}">
      <dgm:prSet/>
      <dgm:spPr/>
      <dgm:t>
        <a:bodyPr/>
        <a:lstStyle/>
        <a:p>
          <a:endParaRPr lang="en-US" sz="2800"/>
        </a:p>
      </dgm:t>
    </dgm:pt>
    <dgm:pt modelId="{FD7B6C37-84B4-49F7-B9C9-2FA2257DD666}" type="sibTrans" cxnId="{0C0824A8-E3E8-4B18-80D1-74D2DEDCA131}">
      <dgm:prSet/>
      <dgm:spPr/>
      <dgm:t>
        <a:bodyPr/>
        <a:lstStyle/>
        <a:p>
          <a:pPr>
            <a:lnSpc>
              <a:spcPct val="100000"/>
            </a:lnSpc>
          </a:pPr>
          <a:endParaRPr lang="en-US" sz="2800"/>
        </a:p>
      </dgm:t>
    </dgm:pt>
    <dgm:pt modelId="{973EC7E4-CBC6-4CAA-91F0-7048B8E04E2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_tradnl" sz="1600" dirty="0"/>
            <a:t>Interoperabilidad con </a:t>
          </a:r>
          <a:r>
            <a:rPr lang="es-ES_tradnl" sz="1600" dirty="0" err="1"/>
            <a:t>NumPy</a:t>
          </a:r>
          <a:r>
            <a:rPr lang="es-ES_tradnl" sz="1600" dirty="0"/>
            <a:t>, lo que ofrece una interfaz familiar para los cálculos numéricos.</a:t>
          </a:r>
          <a:endParaRPr lang="en-US" sz="1600" dirty="0"/>
        </a:p>
      </dgm:t>
    </dgm:pt>
    <dgm:pt modelId="{67DA2FB3-A7EC-4526-B1D5-A588F3806FFA}" type="parTrans" cxnId="{1000E129-0F45-4011-992B-6FA869B99EAD}">
      <dgm:prSet/>
      <dgm:spPr/>
      <dgm:t>
        <a:bodyPr/>
        <a:lstStyle/>
        <a:p>
          <a:endParaRPr lang="en-US" sz="2800"/>
        </a:p>
      </dgm:t>
    </dgm:pt>
    <dgm:pt modelId="{254146F2-3D0A-4DF5-AAD6-86352EE95794}" type="sibTrans" cxnId="{1000E129-0F45-4011-992B-6FA869B99EAD}">
      <dgm:prSet/>
      <dgm:spPr/>
      <dgm:t>
        <a:bodyPr/>
        <a:lstStyle/>
        <a:p>
          <a:endParaRPr lang="en-US" sz="2800"/>
        </a:p>
      </dgm:t>
    </dgm:pt>
    <dgm:pt modelId="{BBCDD0FC-9C01-4675-B016-F1251EEA94B0}" type="pres">
      <dgm:prSet presAssocID="{2D30AB42-212A-4932-A003-1830B807D0AD}" presName="root" presStyleCnt="0">
        <dgm:presLayoutVars>
          <dgm:dir/>
          <dgm:resizeHandles val="exact"/>
        </dgm:presLayoutVars>
      </dgm:prSet>
      <dgm:spPr/>
    </dgm:pt>
    <dgm:pt modelId="{16C9C56F-6A0C-433E-AFA2-6E86F316C862}" type="pres">
      <dgm:prSet presAssocID="{2D30AB42-212A-4932-A003-1830B807D0AD}" presName="container" presStyleCnt="0">
        <dgm:presLayoutVars>
          <dgm:dir/>
          <dgm:resizeHandles val="exact"/>
        </dgm:presLayoutVars>
      </dgm:prSet>
      <dgm:spPr/>
    </dgm:pt>
    <dgm:pt modelId="{6C952E35-428F-423B-8C69-8BD000794447}" type="pres">
      <dgm:prSet presAssocID="{735BF0DC-33F1-4D21-83A7-8FFE71968630}" presName="compNode" presStyleCnt="0"/>
      <dgm:spPr/>
    </dgm:pt>
    <dgm:pt modelId="{E88C59C4-BDB3-4EB4-A3BF-840079B4494D}" type="pres">
      <dgm:prSet presAssocID="{735BF0DC-33F1-4D21-83A7-8FFE71968630}" presName="iconBgRect" presStyleLbl="bgShp" presStyleIdx="0" presStyleCnt="3"/>
      <dgm:spPr/>
    </dgm:pt>
    <dgm:pt modelId="{40D86BEA-FCE3-47D7-A346-101B0F63606B}" type="pres">
      <dgm:prSet presAssocID="{735BF0DC-33F1-4D21-83A7-8FFE7196863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B0939F0E-02C6-42B2-BD8A-0C323650B0DC}" type="pres">
      <dgm:prSet presAssocID="{735BF0DC-33F1-4D21-83A7-8FFE71968630}" presName="spaceRect" presStyleCnt="0"/>
      <dgm:spPr/>
    </dgm:pt>
    <dgm:pt modelId="{7D898A3D-BB85-4A5E-A78E-584C726D0D7A}" type="pres">
      <dgm:prSet presAssocID="{735BF0DC-33F1-4D21-83A7-8FFE71968630}" presName="textRect" presStyleLbl="revTx" presStyleIdx="0" presStyleCnt="3">
        <dgm:presLayoutVars>
          <dgm:chMax val="1"/>
          <dgm:chPref val="1"/>
        </dgm:presLayoutVars>
      </dgm:prSet>
      <dgm:spPr/>
    </dgm:pt>
    <dgm:pt modelId="{BEF9E695-E074-4AA1-8E2B-C51D42CD4374}" type="pres">
      <dgm:prSet presAssocID="{0E534DA0-E317-4214-B2F6-8A904F6D7E7E}" presName="sibTrans" presStyleLbl="sibTrans2D1" presStyleIdx="0" presStyleCnt="0"/>
      <dgm:spPr/>
    </dgm:pt>
    <dgm:pt modelId="{98F83C3D-EA04-4EBD-8217-5670E9485453}" type="pres">
      <dgm:prSet presAssocID="{E013F198-E031-4D75-B888-020A54732D60}" presName="compNode" presStyleCnt="0"/>
      <dgm:spPr/>
    </dgm:pt>
    <dgm:pt modelId="{06C3CAB6-16FE-4F21-B6E4-A3AE7C1056F9}" type="pres">
      <dgm:prSet presAssocID="{E013F198-E031-4D75-B888-020A54732D60}" presName="iconBgRect" presStyleLbl="bgShp" presStyleIdx="1" presStyleCnt="3"/>
      <dgm:spPr/>
    </dgm:pt>
    <dgm:pt modelId="{F9A05054-314E-4F55-AFE4-7F0CA74E9A30}" type="pres">
      <dgm:prSet presAssocID="{E013F198-E031-4D75-B888-020A54732D6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A230469D-D607-4A79-AB75-947127E7F6BC}" type="pres">
      <dgm:prSet presAssocID="{E013F198-E031-4D75-B888-020A54732D60}" presName="spaceRect" presStyleCnt="0"/>
      <dgm:spPr/>
    </dgm:pt>
    <dgm:pt modelId="{501C6474-7483-4CF7-A00B-6CAB22699179}" type="pres">
      <dgm:prSet presAssocID="{E013F198-E031-4D75-B888-020A54732D60}" presName="textRect" presStyleLbl="revTx" presStyleIdx="1" presStyleCnt="3">
        <dgm:presLayoutVars>
          <dgm:chMax val="1"/>
          <dgm:chPref val="1"/>
        </dgm:presLayoutVars>
      </dgm:prSet>
      <dgm:spPr/>
    </dgm:pt>
    <dgm:pt modelId="{44C05267-10AB-45AF-A896-29A4A3589BF8}" type="pres">
      <dgm:prSet presAssocID="{FD7B6C37-84B4-49F7-B9C9-2FA2257DD666}" presName="sibTrans" presStyleLbl="sibTrans2D1" presStyleIdx="0" presStyleCnt="0"/>
      <dgm:spPr/>
    </dgm:pt>
    <dgm:pt modelId="{52C865AC-3F2C-4560-ABA4-E5E73AE97C34}" type="pres">
      <dgm:prSet presAssocID="{973EC7E4-CBC6-4CAA-91F0-7048B8E04E27}" presName="compNode" presStyleCnt="0"/>
      <dgm:spPr/>
    </dgm:pt>
    <dgm:pt modelId="{43259E43-842B-4CB4-9941-51AAB2A65339}" type="pres">
      <dgm:prSet presAssocID="{973EC7E4-CBC6-4CAA-91F0-7048B8E04E27}" presName="iconBgRect" presStyleLbl="bgShp" presStyleIdx="2" presStyleCnt="3"/>
      <dgm:spPr/>
    </dgm:pt>
    <dgm:pt modelId="{E0B858E8-A8B0-4DC1-8333-FF1454FB7F56}" type="pres">
      <dgm:prSet presAssocID="{973EC7E4-CBC6-4CAA-91F0-7048B8E04E2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dora"/>
        </a:ext>
      </dgm:extLst>
    </dgm:pt>
    <dgm:pt modelId="{8636F691-6C73-4936-8F59-8BCB2AA108E3}" type="pres">
      <dgm:prSet presAssocID="{973EC7E4-CBC6-4CAA-91F0-7048B8E04E27}" presName="spaceRect" presStyleCnt="0"/>
      <dgm:spPr/>
    </dgm:pt>
    <dgm:pt modelId="{B9B37E84-D112-4726-A60E-8CA449EECAF7}" type="pres">
      <dgm:prSet presAssocID="{973EC7E4-CBC6-4CAA-91F0-7048B8E04E2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435F314-9318-4BDE-A741-93F97FF5362F}" type="presOf" srcId="{2D30AB42-212A-4932-A003-1830B807D0AD}" destId="{BBCDD0FC-9C01-4675-B016-F1251EEA94B0}" srcOrd="0" destOrd="0" presId="urn:microsoft.com/office/officeart/2018/2/layout/IconCircleList"/>
    <dgm:cxn modelId="{1000E129-0F45-4011-992B-6FA869B99EAD}" srcId="{2D30AB42-212A-4932-A003-1830B807D0AD}" destId="{973EC7E4-CBC6-4CAA-91F0-7048B8E04E27}" srcOrd="2" destOrd="0" parTransId="{67DA2FB3-A7EC-4526-B1D5-A588F3806FFA}" sibTransId="{254146F2-3D0A-4DF5-AAD6-86352EE95794}"/>
    <dgm:cxn modelId="{292B6776-B2C7-42EC-A0F6-0263B20E70C9}" srcId="{2D30AB42-212A-4932-A003-1830B807D0AD}" destId="{735BF0DC-33F1-4D21-83A7-8FFE71968630}" srcOrd="0" destOrd="0" parTransId="{2C5BA4BB-AA70-4739-802A-608CFE97689D}" sibTransId="{0E534DA0-E317-4214-B2F6-8A904F6D7E7E}"/>
    <dgm:cxn modelId="{8CA4CA89-6CD2-4CE7-B645-0A13AB26BFA2}" type="presOf" srcId="{973EC7E4-CBC6-4CAA-91F0-7048B8E04E27}" destId="{B9B37E84-D112-4726-A60E-8CA449EECAF7}" srcOrd="0" destOrd="0" presId="urn:microsoft.com/office/officeart/2018/2/layout/IconCircleList"/>
    <dgm:cxn modelId="{D1EA5397-FDDD-467B-9443-AE7C96608CC0}" type="presOf" srcId="{FD7B6C37-84B4-49F7-B9C9-2FA2257DD666}" destId="{44C05267-10AB-45AF-A896-29A4A3589BF8}" srcOrd="0" destOrd="0" presId="urn:microsoft.com/office/officeart/2018/2/layout/IconCircleList"/>
    <dgm:cxn modelId="{0C0824A8-E3E8-4B18-80D1-74D2DEDCA131}" srcId="{2D30AB42-212A-4932-A003-1830B807D0AD}" destId="{E013F198-E031-4D75-B888-020A54732D60}" srcOrd="1" destOrd="0" parTransId="{D9F83418-9762-4733-877A-2E8E83A111C3}" sibTransId="{FD7B6C37-84B4-49F7-B9C9-2FA2257DD666}"/>
    <dgm:cxn modelId="{609D42C8-8962-40A2-8401-C749AAB401BF}" type="presOf" srcId="{735BF0DC-33F1-4D21-83A7-8FFE71968630}" destId="{7D898A3D-BB85-4A5E-A78E-584C726D0D7A}" srcOrd="0" destOrd="0" presId="urn:microsoft.com/office/officeart/2018/2/layout/IconCircleList"/>
    <dgm:cxn modelId="{D7FEE7D5-9FFB-4F69-82FE-5050A490D3FE}" type="presOf" srcId="{0E534DA0-E317-4214-B2F6-8A904F6D7E7E}" destId="{BEF9E695-E074-4AA1-8E2B-C51D42CD4374}" srcOrd="0" destOrd="0" presId="urn:microsoft.com/office/officeart/2018/2/layout/IconCircleList"/>
    <dgm:cxn modelId="{C34DD4EC-9496-44FE-B0A1-352FC2A37C1F}" type="presOf" srcId="{E013F198-E031-4D75-B888-020A54732D60}" destId="{501C6474-7483-4CF7-A00B-6CAB22699179}" srcOrd="0" destOrd="0" presId="urn:microsoft.com/office/officeart/2018/2/layout/IconCircleList"/>
    <dgm:cxn modelId="{29BE12D4-6C4A-4549-9033-583F13ACF546}" type="presParOf" srcId="{BBCDD0FC-9C01-4675-B016-F1251EEA94B0}" destId="{16C9C56F-6A0C-433E-AFA2-6E86F316C862}" srcOrd="0" destOrd="0" presId="urn:microsoft.com/office/officeart/2018/2/layout/IconCircleList"/>
    <dgm:cxn modelId="{C4588511-E8D3-4319-908E-4108DD630F7B}" type="presParOf" srcId="{16C9C56F-6A0C-433E-AFA2-6E86F316C862}" destId="{6C952E35-428F-423B-8C69-8BD000794447}" srcOrd="0" destOrd="0" presId="urn:microsoft.com/office/officeart/2018/2/layout/IconCircleList"/>
    <dgm:cxn modelId="{754B259C-BBF9-4252-84F3-3DA400A773C0}" type="presParOf" srcId="{6C952E35-428F-423B-8C69-8BD000794447}" destId="{E88C59C4-BDB3-4EB4-A3BF-840079B4494D}" srcOrd="0" destOrd="0" presId="urn:microsoft.com/office/officeart/2018/2/layout/IconCircleList"/>
    <dgm:cxn modelId="{64E9A275-FAD2-42AD-B7D8-5D1CF4B2DE32}" type="presParOf" srcId="{6C952E35-428F-423B-8C69-8BD000794447}" destId="{40D86BEA-FCE3-47D7-A346-101B0F63606B}" srcOrd="1" destOrd="0" presId="urn:microsoft.com/office/officeart/2018/2/layout/IconCircleList"/>
    <dgm:cxn modelId="{FC83DB19-A91A-4DD7-B261-10F5EF88A730}" type="presParOf" srcId="{6C952E35-428F-423B-8C69-8BD000794447}" destId="{B0939F0E-02C6-42B2-BD8A-0C323650B0DC}" srcOrd="2" destOrd="0" presId="urn:microsoft.com/office/officeart/2018/2/layout/IconCircleList"/>
    <dgm:cxn modelId="{814E7AF4-910C-4108-8CBB-DD6ACA96F72D}" type="presParOf" srcId="{6C952E35-428F-423B-8C69-8BD000794447}" destId="{7D898A3D-BB85-4A5E-A78E-584C726D0D7A}" srcOrd="3" destOrd="0" presId="urn:microsoft.com/office/officeart/2018/2/layout/IconCircleList"/>
    <dgm:cxn modelId="{5A49BE81-928C-4169-BDE3-947A33B04E41}" type="presParOf" srcId="{16C9C56F-6A0C-433E-AFA2-6E86F316C862}" destId="{BEF9E695-E074-4AA1-8E2B-C51D42CD4374}" srcOrd="1" destOrd="0" presId="urn:microsoft.com/office/officeart/2018/2/layout/IconCircleList"/>
    <dgm:cxn modelId="{0B16FA5C-334B-4750-9564-229504752204}" type="presParOf" srcId="{16C9C56F-6A0C-433E-AFA2-6E86F316C862}" destId="{98F83C3D-EA04-4EBD-8217-5670E9485453}" srcOrd="2" destOrd="0" presId="urn:microsoft.com/office/officeart/2018/2/layout/IconCircleList"/>
    <dgm:cxn modelId="{B1F2831B-200F-473B-8501-DDC280047A6D}" type="presParOf" srcId="{98F83C3D-EA04-4EBD-8217-5670E9485453}" destId="{06C3CAB6-16FE-4F21-B6E4-A3AE7C1056F9}" srcOrd="0" destOrd="0" presId="urn:microsoft.com/office/officeart/2018/2/layout/IconCircleList"/>
    <dgm:cxn modelId="{8576CE86-60D9-4E17-8E6E-C7694B2CDEC0}" type="presParOf" srcId="{98F83C3D-EA04-4EBD-8217-5670E9485453}" destId="{F9A05054-314E-4F55-AFE4-7F0CA74E9A30}" srcOrd="1" destOrd="0" presId="urn:microsoft.com/office/officeart/2018/2/layout/IconCircleList"/>
    <dgm:cxn modelId="{772E1FB1-8164-47C8-AC3B-3E081C24BBB8}" type="presParOf" srcId="{98F83C3D-EA04-4EBD-8217-5670E9485453}" destId="{A230469D-D607-4A79-AB75-947127E7F6BC}" srcOrd="2" destOrd="0" presId="urn:microsoft.com/office/officeart/2018/2/layout/IconCircleList"/>
    <dgm:cxn modelId="{EBC9CF75-B847-4140-B6DF-B3F66975BE7D}" type="presParOf" srcId="{98F83C3D-EA04-4EBD-8217-5670E9485453}" destId="{501C6474-7483-4CF7-A00B-6CAB22699179}" srcOrd="3" destOrd="0" presId="urn:microsoft.com/office/officeart/2018/2/layout/IconCircleList"/>
    <dgm:cxn modelId="{459C68D9-99D4-4619-BBB4-0777235C2E9B}" type="presParOf" srcId="{16C9C56F-6A0C-433E-AFA2-6E86F316C862}" destId="{44C05267-10AB-45AF-A896-29A4A3589BF8}" srcOrd="3" destOrd="0" presId="urn:microsoft.com/office/officeart/2018/2/layout/IconCircleList"/>
    <dgm:cxn modelId="{D4AD66D9-D41B-420D-8231-EF0AC247FF00}" type="presParOf" srcId="{16C9C56F-6A0C-433E-AFA2-6E86F316C862}" destId="{52C865AC-3F2C-4560-ABA4-E5E73AE97C34}" srcOrd="4" destOrd="0" presId="urn:microsoft.com/office/officeart/2018/2/layout/IconCircleList"/>
    <dgm:cxn modelId="{7CAF3964-3D8E-4D0A-B414-D5653A09ED7B}" type="presParOf" srcId="{52C865AC-3F2C-4560-ABA4-E5E73AE97C34}" destId="{43259E43-842B-4CB4-9941-51AAB2A65339}" srcOrd="0" destOrd="0" presId="urn:microsoft.com/office/officeart/2018/2/layout/IconCircleList"/>
    <dgm:cxn modelId="{FD1D3861-F313-454A-82C6-15BA7CFEB956}" type="presParOf" srcId="{52C865AC-3F2C-4560-ABA4-E5E73AE97C34}" destId="{E0B858E8-A8B0-4DC1-8333-FF1454FB7F56}" srcOrd="1" destOrd="0" presId="urn:microsoft.com/office/officeart/2018/2/layout/IconCircleList"/>
    <dgm:cxn modelId="{A080B53F-A7ED-451A-A48D-9029409EBB05}" type="presParOf" srcId="{52C865AC-3F2C-4560-ABA4-E5E73AE97C34}" destId="{8636F691-6C73-4936-8F59-8BCB2AA108E3}" srcOrd="2" destOrd="0" presId="urn:microsoft.com/office/officeart/2018/2/layout/IconCircleList"/>
    <dgm:cxn modelId="{1B50B063-372B-4B9F-8155-3F7CA018FEED}" type="presParOf" srcId="{52C865AC-3F2C-4560-ABA4-E5E73AE97C34}" destId="{B9B37E84-D112-4726-A60E-8CA449EECAF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BB229E4-E345-4066-B43D-8022351B717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CAE1983-C542-44A3-B40B-A16BBD3007B2}">
      <dgm:prSet/>
      <dgm:spPr/>
      <dgm:t>
        <a:bodyPr/>
        <a:lstStyle/>
        <a:p>
          <a:r>
            <a:rPr lang="es-ES_tradnl" b="1" dirty="0" err="1"/>
            <a:t>TensorFlow</a:t>
          </a:r>
          <a:r>
            <a:rPr lang="es-ES_tradnl" dirty="0"/>
            <a:t>: El estándar industrial. La primera opción para el desarrollo de productos que impliquen todo el ciclo de vida.</a:t>
          </a:r>
          <a:endParaRPr lang="en-US" dirty="0"/>
        </a:p>
      </dgm:t>
    </dgm:pt>
    <dgm:pt modelId="{9659CC2C-6C50-4376-93EE-A5F7C946CA98}" type="parTrans" cxnId="{445D7B53-2791-43F1-8C09-43866E8C5B11}">
      <dgm:prSet/>
      <dgm:spPr/>
      <dgm:t>
        <a:bodyPr/>
        <a:lstStyle/>
        <a:p>
          <a:endParaRPr lang="en-US"/>
        </a:p>
      </dgm:t>
    </dgm:pt>
    <dgm:pt modelId="{BE1C3ADF-2912-4094-A256-0EBB6B79F10D}" type="sibTrans" cxnId="{445D7B53-2791-43F1-8C09-43866E8C5B11}">
      <dgm:prSet/>
      <dgm:spPr/>
      <dgm:t>
        <a:bodyPr/>
        <a:lstStyle/>
        <a:p>
          <a:endParaRPr lang="en-US"/>
        </a:p>
      </dgm:t>
    </dgm:pt>
    <dgm:pt modelId="{830674F4-E51F-462A-9E8E-1DA36986E8A7}">
      <dgm:prSet/>
      <dgm:spPr/>
      <dgm:t>
        <a:bodyPr/>
        <a:lstStyle/>
        <a:p>
          <a:r>
            <a:rPr lang="es-ES_tradnl" b="1"/>
            <a:t>PyTorch</a:t>
          </a:r>
          <a:r>
            <a:rPr lang="es-ES_tradnl"/>
            <a:t>: Flexibilidad y facilidad de uso. La opción más utilizada en investigación.</a:t>
          </a:r>
          <a:endParaRPr lang="en-US"/>
        </a:p>
      </dgm:t>
    </dgm:pt>
    <dgm:pt modelId="{EE42B5C6-9994-47C6-9F4E-EBF31338E67D}" type="parTrans" cxnId="{41D408EB-ACA7-4C89-912A-FB90F3156CC8}">
      <dgm:prSet/>
      <dgm:spPr/>
      <dgm:t>
        <a:bodyPr/>
        <a:lstStyle/>
        <a:p>
          <a:endParaRPr lang="en-US"/>
        </a:p>
      </dgm:t>
    </dgm:pt>
    <dgm:pt modelId="{27554D58-F3E8-4881-9FAE-320D10008582}" type="sibTrans" cxnId="{41D408EB-ACA7-4C89-912A-FB90F3156CC8}">
      <dgm:prSet/>
      <dgm:spPr/>
      <dgm:t>
        <a:bodyPr/>
        <a:lstStyle/>
        <a:p>
          <a:endParaRPr lang="en-US"/>
        </a:p>
      </dgm:t>
    </dgm:pt>
    <dgm:pt modelId="{12A2DED7-1616-4FBC-A640-E6FAA9307B55}">
      <dgm:prSet/>
      <dgm:spPr/>
      <dgm:t>
        <a:bodyPr/>
        <a:lstStyle/>
        <a:p>
          <a:r>
            <a:rPr lang="es-ES_tradnl" b="1" dirty="0" err="1"/>
            <a:t>Keras</a:t>
          </a:r>
          <a:r>
            <a:rPr lang="es-ES_tradnl" dirty="0"/>
            <a:t>: Aprendizaje profundo simplificado. La manera más fácil de iniciarse en el área. Principalmente en </a:t>
          </a:r>
          <a:r>
            <a:rPr lang="es-ES_tradnl" dirty="0" err="1"/>
            <a:t>TensorFlow</a:t>
          </a:r>
          <a:r>
            <a:rPr lang="es-ES_tradnl" dirty="0"/>
            <a:t>, pero también en JAX y </a:t>
          </a:r>
          <a:r>
            <a:rPr lang="es-ES_tradnl" dirty="0" err="1"/>
            <a:t>pyTorch</a:t>
          </a:r>
          <a:r>
            <a:rPr lang="es-ES_tradnl" dirty="0"/>
            <a:t>.</a:t>
          </a:r>
          <a:endParaRPr lang="en-US" dirty="0"/>
        </a:p>
      </dgm:t>
    </dgm:pt>
    <dgm:pt modelId="{674A5A73-5BFD-41EF-B0A4-8B676FF371CE}" type="parTrans" cxnId="{97D96186-94B1-4898-ABCB-1E7E72861B8F}">
      <dgm:prSet/>
      <dgm:spPr/>
      <dgm:t>
        <a:bodyPr/>
        <a:lstStyle/>
        <a:p>
          <a:endParaRPr lang="en-US"/>
        </a:p>
      </dgm:t>
    </dgm:pt>
    <dgm:pt modelId="{DD042A95-CA39-4812-B453-7F36B305DF80}" type="sibTrans" cxnId="{97D96186-94B1-4898-ABCB-1E7E72861B8F}">
      <dgm:prSet/>
      <dgm:spPr/>
      <dgm:t>
        <a:bodyPr/>
        <a:lstStyle/>
        <a:p>
          <a:endParaRPr lang="en-US"/>
        </a:p>
      </dgm:t>
    </dgm:pt>
    <dgm:pt modelId="{311958B7-40BA-4DB6-AEAE-4DA65F592638}">
      <dgm:prSet/>
      <dgm:spPr/>
      <dgm:t>
        <a:bodyPr/>
        <a:lstStyle/>
        <a:p>
          <a:r>
            <a:rPr lang="es-ES_tradnl" b="1"/>
            <a:t>JAX</a:t>
          </a:r>
          <a:r>
            <a:rPr lang="es-ES_tradnl"/>
            <a:t>: Computación numérica de alto rendimiento. Muy potente, pero todavía complicado de usar, sin buena documentación, comunidad y ecosistema.</a:t>
          </a:r>
          <a:endParaRPr lang="en-US"/>
        </a:p>
      </dgm:t>
    </dgm:pt>
    <dgm:pt modelId="{5F53454B-ABA7-47ED-B475-227CC5DFF40F}" type="parTrans" cxnId="{8F9BA4B3-482C-458C-B4A5-CF77BBC04F1D}">
      <dgm:prSet/>
      <dgm:spPr/>
      <dgm:t>
        <a:bodyPr/>
        <a:lstStyle/>
        <a:p>
          <a:endParaRPr lang="en-US"/>
        </a:p>
      </dgm:t>
    </dgm:pt>
    <dgm:pt modelId="{C47AB6C6-10BC-4A33-83F6-430E1051B7DC}" type="sibTrans" cxnId="{8F9BA4B3-482C-458C-B4A5-CF77BBC04F1D}">
      <dgm:prSet/>
      <dgm:spPr/>
      <dgm:t>
        <a:bodyPr/>
        <a:lstStyle/>
        <a:p>
          <a:endParaRPr lang="en-US"/>
        </a:p>
      </dgm:t>
    </dgm:pt>
    <dgm:pt modelId="{CE94F643-64D1-4CE2-BFF6-B4F5A783ECFF}" type="pres">
      <dgm:prSet presAssocID="{FBB229E4-E345-4066-B43D-8022351B7176}" presName="root" presStyleCnt="0">
        <dgm:presLayoutVars>
          <dgm:dir/>
          <dgm:resizeHandles val="exact"/>
        </dgm:presLayoutVars>
      </dgm:prSet>
      <dgm:spPr/>
    </dgm:pt>
    <dgm:pt modelId="{A859C69F-C92F-41B6-8F6C-4B8543555564}" type="pres">
      <dgm:prSet presAssocID="{CCAE1983-C542-44A3-B40B-A16BBD3007B2}" presName="compNode" presStyleCnt="0"/>
      <dgm:spPr/>
    </dgm:pt>
    <dgm:pt modelId="{A57DE3AC-047F-402B-BA72-DC24A7444703}" type="pres">
      <dgm:prSet presAssocID="{CCAE1983-C542-44A3-B40B-A16BBD3007B2}" presName="bgRect" presStyleLbl="bgShp" presStyleIdx="0" presStyleCnt="4"/>
      <dgm:spPr/>
    </dgm:pt>
    <dgm:pt modelId="{D3D624E6-E8E7-44B1-A8AB-312F55E99A62}" type="pres">
      <dgm:prSet presAssocID="{CCAE1983-C542-44A3-B40B-A16BBD3007B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ábrica"/>
        </a:ext>
      </dgm:extLst>
    </dgm:pt>
    <dgm:pt modelId="{E0C1D061-5477-4508-8AE8-355389506E03}" type="pres">
      <dgm:prSet presAssocID="{CCAE1983-C542-44A3-B40B-A16BBD3007B2}" presName="spaceRect" presStyleCnt="0"/>
      <dgm:spPr/>
    </dgm:pt>
    <dgm:pt modelId="{D065086A-45D9-42E5-BEAE-1B7C745DE4CA}" type="pres">
      <dgm:prSet presAssocID="{CCAE1983-C542-44A3-B40B-A16BBD3007B2}" presName="parTx" presStyleLbl="revTx" presStyleIdx="0" presStyleCnt="4">
        <dgm:presLayoutVars>
          <dgm:chMax val="0"/>
          <dgm:chPref val="0"/>
        </dgm:presLayoutVars>
      </dgm:prSet>
      <dgm:spPr/>
    </dgm:pt>
    <dgm:pt modelId="{827F3445-7D49-4420-87B1-EDDF35C862F2}" type="pres">
      <dgm:prSet presAssocID="{BE1C3ADF-2912-4094-A256-0EBB6B79F10D}" presName="sibTrans" presStyleCnt="0"/>
      <dgm:spPr/>
    </dgm:pt>
    <dgm:pt modelId="{C2761199-BD91-496D-B53E-E19379068396}" type="pres">
      <dgm:prSet presAssocID="{830674F4-E51F-462A-9E8E-1DA36986E8A7}" presName="compNode" presStyleCnt="0"/>
      <dgm:spPr/>
    </dgm:pt>
    <dgm:pt modelId="{86278421-3D25-4E09-940F-D7746C20FFAF}" type="pres">
      <dgm:prSet presAssocID="{830674F4-E51F-462A-9E8E-1DA36986E8A7}" presName="bgRect" presStyleLbl="bgShp" presStyleIdx="1" presStyleCnt="4"/>
      <dgm:spPr/>
    </dgm:pt>
    <dgm:pt modelId="{020EDBE8-4B5E-4336-BD65-2CF1545C21C9}" type="pres">
      <dgm:prSet presAssocID="{830674F4-E51F-462A-9E8E-1DA36986E8A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guntas"/>
        </a:ext>
      </dgm:extLst>
    </dgm:pt>
    <dgm:pt modelId="{16392ADB-FF60-44AE-B067-B93F5D023B49}" type="pres">
      <dgm:prSet presAssocID="{830674F4-E51F-462A-9E8E-1DA36986E8A7}" presName="spaceRect" presStyleCnt="0"/>
      <dgm:spPr/>
    </dgm:pt>
    <dgm:pt modelId="{DBE4917E-7E30-4DF8-AF59-5D0120AA4D29}" type="pres">
      <dgm:prSet presAssocID="{830674F4-E51F-462A-9E8E-1DA36986E8A7}" presName="parTx" presStyleLbl="revTx" presStyleIdx="1" presStyleCnt="4">
        <dgm:presLayoutVars>
          <dgm:chMax val="0"/>
          <dgm:chPref val="0"/>
        </dgm:presLayoutVars>
      </dgm:prSet>
      <dgm:spPr/>
    </dgm:pt>
    <dgm:pt modelId="{9E103B6E-4819-46E5-A102-CD899F73FC2C}" type="pres">
      <dgm:prSet presAssocID="{27554D58-F3E8-4881-9FAE-320D10008582}" presName="sibTrans" presStyleCnt="0"/>
      <dgm:spPr/>
    </dgm:pt>
    <dgm:pt modelId="{AB10D0A2-DFD2-49EA-AD07-ED5D95746E2C}" type="pres">
      <dgm:prSet presAssocID="{12A2DED7-1616-4FBC-A640-E6FAA9307B55}" presName="compNode" presStyleCnt="0"/>
      <dgm:spPr/>
    </dgm:pt>
    <dgm:pt modelId="{8E08C578-99BA-4EDB-B9F1-61F55A7BD282}" type="pres">
      <dgm:prSet presAssocID="{12A2DED7-1616-4FBC-A640-E6FAA9307B55}" presName="bgRect" presStyleLbl="bgShp" presStyleIdx="2" presStyleCnt="4"/>
      <dgm:spPr/>
    </dgm:pt>
    <dgm:pt modelId="{C2D13F54-4349-4650-BCD3-2FD07F51A2DE}" type="pres">
      <dgm:prSet presAssocID="{12A2DED7-1616-4FBC-A640-E6FAA9307B5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ngua"/>
        </a:ext>
      </dgm:extLst>
    </dgm:pt>
    <dgm:pt modelId="{1D078608-8B43-42B7-A9EF-813B51A99382}" type="pres">
      <dgm:prSet presAssocID="{12A2DED7-1616-4FBC-A640-E6FAA9307B55}" presName="spaceRect" presStyleCnt="0"/>
      <dgm:spPr/>
    </dgm:pt>
    <dgm:pt modelId="{5E51F725-256A-4F0F-B842-692418C8ADB6}" type="pres">
      <dgm:prSet presAssocID="{12A2DED7-1616-4FBC-A640-E6FAA9307B55}" presName="parTx" presStyleLbl="revTx" presStyleIdx="2" presStyleCnt="4">
        <dgm:presLayoutVars>
          <dgm:chMax val="0"/>
          <dgm:chPref val="0"/>
        </dgm:presLayoutVars>
      </dgm:prSet>
      <dgm:spPr/>
    </dgm:pt>
    <dgm:pt modelId="{6196DE82-4F72-47CC-94C5-4B2AA0120B69}" type="pres">
      <dgm:prSet presAssocID="{DD042A95-CA39-4812-B453-7F36B305DF80}" presName="sibTrans" presStyleCnt="0"/>
      <dgm:spPr/>
    </dgm:pt>
    <dgm:pt modelId="{85D04D28-57F3-4EAA-BFEC-9B705BE21EDC}" type="pres">
      <dgm:prSet presAssocID="{311958B7-40BA-4DB6-AEAE-4DA65F592638}" presName="compNode" presStyleCnt="0"/>
      <dgm:spPr/>
    </dgm:pt>
    <dgm:pt modelId="{3C522D6C-00B3-4DB3-AF8B-70F322AA2669}" type="pres">
      <dgm:prSet presAssocID="{311958B7-40BA-4DB6-AEAE-4DA65F592638}" presName="bgRect" presStyleLbl="bgShp" presStyleIdx="3" presStyleCnt="4"/>
      <dgm:spPr/>
    </dgm:pt>
    <dgm:pt modelId="{97E45643-DD14-4E76-9447-9485DBC59F2D}" type="pres">
      <dgm:prSet presAssocID="{311958B7-40BA-4DB6-AEAE-4DA65F59263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AEB52591-C611-4964-8AE9-FA7FB96264C9}" type="pres">
      <dgm:prSet presAssocID="{311958B7-40BA-4DB6-AEAE-4DA65F592638}" presName="spaceRect" presStyleCnt="0"/>
      <dgm:spPr/>
    </dgm:pt>
    <dgm:pt modelId="{18C9A587-35B3-4DC8-9B2E-BDD8AF8226B9}" type="pres">
      <dgm:prSet presAssocID="{311958B7-40BA-4DB6-AEAE-4DA65F59263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1513829-1574-4433-A048-E582C598AC4C}" type="presOf" srcId="{311958B7-40BA-4DB6-AEAE-4DA65F592638}" destId="{18C9A587-35B3-4DC8-9B2E-BDD8AF8226B9}" srcOrd="0" destOrd="0" presId="urn:microsoft.com/office/officeart/2018/2/layout/IconVerticalSolidList"/>
    <dgm:cxn modelId="{445D7B53-2791-43F1-8C09-43866E8C5B11}" srcId="{FBB229E4-E345-4066-B43D-8022351B7176}" destId="{CCAE1983-C542-44A3-B40B-A16BBD3007B2}" srcOrd="0" destOrd="0" parTransId="{9659CC2C-6C50-4376-93EE-A5F7C946CA98}" sibTransId="{BE1C3ADF-2912-4094-A256-0EBB6B79F10D}"/>
    <dgm:cxn modelId="{290FF57B-0729-4545-B477-DC1FCACCD0EC}" type="presOf" srcId="{12A2DED7-1616-4FBC-A640-E6FAA9307B55}" destId="{5E51F725-256A-4F0F-B842-692418C8ADB6}" srcOrd="0" destOrd="0" presId="urn:microsoft.com/office/officeart/2018/2/layout/IconVerticalSolidList"/>
    <dgm:cxn modelId="{97D96186-94B1-4898-ABCB-1E7E72861B8F}" srcId="{FBB229E4-E345-4066-B43D-8022351B7176}" destId="{12A2DED7-1616-4FBC-A640-E6FAA9307B55}" srcOrd="2" destOrd="0" parTransId="{674A5A73-5BFD-41EF-B0A4-8B676FF371CE}" sibTransId="{DD042A95-CA39-4812-B453-7F36B305DF80}"/>
    <dgm:cxn modelId="{4F0632AF-6E51-4A7E-B825-C22B27EEEB08}" type="presOf" srcId="{CCAE1983-C542-44A3-B40B-A16BBD3007B2}" destId="{D065086A-45D9-42E5-BEAE-1B7C745DE4CA}" srcOrd="0" destOrd="0" presId="urn:microsoft.com/office/officeart/2018/2/layout/IconVerticalSolidList"/>
    <dgm:cxn modelId="{8F9BA4B3-482C-458C-B4A5-CF77BBC04F1D}" srcId="{FBB229E4-E345-4066-B43D-8022351B7176}" destId="{311958B7-40BA-4DB6-AEAE-4DA65F592638}" srcOrd="3" destOrd="0" parTransId="{5F53454B-ABA7-47ED-B475-227CC5DFF40F}" sibTransId="{C47AB6C6-10BC-4A33-83F6-430E1051B7DC}"/>
    <dgm:cxn modelId="{F07676E2-653F-46F9-AFD6-8EE01C050951}" type="presOf" srcId="{830674F4-E51F-462A-9E8E-1DA36986E8A7}" destId="{DBE4917E-7E30-4DF8-AF59-5D0120AA4D29}" srcOrd="0" destOrd="0" presId="urn:microsoft.com/office/officeart/2018/2/layout/IconVerticalSolidList"/>
    <dgm:cxn modelId="{21F765E5-5457-44CE-9A22-0C55C4A5F2AA}" type="presOf" srcId="{FBB229E4-E345-4066-B43D-8022351B7176}" destId="{CE94F643-64D1-4CE2-BFF6-B4F5A783ECFF}" srcOrd="0" destOrd="0" presId="urn:microsoft.com/office/officeart/2018/2/layout/IconVerticalSolidList"/>
    <dgm:cxn modelId="{41D408EB-ACA7-4C89-912A-FB90F3156CC8}" srcId="{FBB229E4-E345-4066-B43D-8022351B7176}" destId="{830674F4-E51F-462A-9E8E-1DA36986E8A7}" srcOrd="1" destOrd="0" parTransId="{EE42B5C6-9994-47C6-9F4E-EBF31338E67D}" sibTransId="{27554D58-F3E8-4881-9FAE-320D10008582}"/>
    <dgm:cxn modelId="{73DE8356-35AB-4E18-ADBA-559F5F1D15AC}" type="presParOf" srcId="{CE94F643-64D1-4CE2-BFF6-B4F5A783ECFF}" destId="{A859C69F-C92F-41B6-8F6C-4B8543555564}" srcOrd="0" destOrd="0" presId="urn:microsoft.com/office/officeart/2018/2/layout/IconVerticalSolidList"/>
    <dgm:cxn modelId="{F05168BF-DA7D-4411-84E3-E9455684D8FD}" type="presParOf" srcId="{A859C69F-C92F-41B6-8F6C-4B8543555564}" destId="{A57DE3AC-047F-402B-BA72-DC24A7444703}" srcOrd="0" destOrd="0" presId="urn:microsoft.com/office/officeart/2018/2/layout/IconVerticalSolidList"/>
    <dgm:cxn modelId="{F7B1C931-9856-45AA-A846-C383879F8083}" type="presParOf" srcId="{A859C69F-C92F-41B6-8F6C-4B8543555564}" destId="{D3D624E6-E8E7-44B1-A8AB-312F55E99A62}" srcOrd="1" destOrd="0" presId="urn:microsoft.com/office/officeart/2018/2/layout/IconVerticalSolidList"/>
    <dgm:cxn modelId="{F0A42A5A-1062-4211-AE86-AD6AB2E553A8}" type="presParOf" srcId="{A859C69F-C92F-41B6-8F6C-4B8543555564}" destId="{E0C1D061-5477-4508-8AE8-355389506E03}" srcOrd="2" destOrd="0" presId="urn:microsoft.com/office/officeart/2018/2/layout/IconVerticalSolidList"/>
    <dgm:cxn modelId="{AB4EE3FB-2135-49FA-944B-6001A4D025ED}" type="presParOf" srcId="{A859C69F-C92F-41B6-8F6C-4B8543555564}" destId="{D065086A-45D9-42E5-BEAE-1B7C745DE4CA}" srcOrd="3" destOrd="0" presId="urn:microsoft.com/office/officeart/2018/2/layout/IconVerticalSolidList"/>
    <dgm:cxn modelId="{7576EDDA-DE3B-46E9-AB0A-ABCAF6119D26}" type="presParOf" srcId="{CE94F643-64D1-4CE2-BFF6-B4F5A783ECFF}" destId="{827F3445-7D49-4420-87B1-EDDF35C862F2}" srcOrd="1" destOrd="0" presId="urn:microsoft.com/office/officeart/2018/2/layout/IconVerticalSolidList"/>
    <dgm:cxn modelId="{E6D19808-B374-4380-A3A9-5472A9D083A6}" type="presParOf" srcId="{CE94F643-64D1-4CE2-BFF6-B4F5A783ECFF}" destId="{C2761199-BD91-496D-B53E-E19379068396}" srcOrd="2" destOrd="0" presId="urn:microsoft.com/office/officeart/2018/2/layout/IconVerticalSolidList"/>
    <dgm:cxn modelId="{BE0A3946-B24B-4921-BD55-E3DFC7B24BC8}" type="presParOf" srcId="{C2761199-BD91-496D-B53E-E19379068396}" destId="{86278421-3D25-4E09-940F-D7746C20FFAF}" srcOrd="0" destOrd="0" presId="urn:microsoft.com/office/officeart/2018/2/layout/IconVerticalSolidList"/>
    <dgm:cxn modelId="{5C0B5CF1-9ED8-49AD-B811-CAE758091BD4}" type="presParOf" srcId="{C2761199-BD91-496D-B53E-E19379068396}" destId="{020EDBE8-4B5E-4336-BD65-2CF1545C21C9}" srcOrd="1" destOrd="0" presId="urn:microsoft.com/office/officeart/2018/2/layout/IconVerticalSolidList"/>
    <dgm:cxn modelId="{A1A76EB0-527A-4719-80DD-8B0726F55EA9}" type="presParOf" srcId="{C2761199-BD91-496D-B53E-E19379068396}" destId="{16392ADB-FF60-44AE-B067-B93F5D023B49}" srcOrd="2" destOrd="0" presId="urn:microsoft.com/office/officeart/2018/2/layout/IconVerticalSolidList"/>
    <dgm:cxn modelId="{66089935-009D-42F3-921D-3DDE41DB8E2E}" type="presParOf" srcId="{C2761199-BD91-496D-B53E-E19379068396}" destId="{DBE4917E-7E30-4DF8-AF59-5D0120AA4D29}" srcOrd="3" destOrd="0" presId="urn:microsoft.com/office/officeart/2018/2/layout/IconVerticalSolidList"/>
    <dgm:cxn modelId="{CE942D00-FD0A-4672-BE09-E534B4B2552A}" type="presParOf" srcId="{CE94F643-64D1-4CE2-BFF6-B4F5A783ECFF}" destId="{9E103B6E-4819-46E5-A102-CD899F73FC2C}" srcOrd="3" destOrd="0" presId="urn:microsoft.com/office/officeart/2018/2/layout/IconVerticalSolidList"/>
    <dgm:cxn modelId="{4A57F2FB-F449-43D2-95A7-BA1865EC1512}" type="presParOf" srcId="{CE94F643-64D1-4CE2-BFF6-B4F5A783ECFF}" destId="{AB10D0A2-DFD2-49EA-AD07-ED5D95746E2C}" srcOrd="4" destOrd="0" presId="urn:microsoft.com/office/officeart/2018/2/layout/IconVerticalSolidList"/>
    <dgm:cxn modelId="{AD004A6A-C09C-4811-83E4-8305237CA739}" type="presParOf" srcId="{AB10D0A2-DFD2-49EA-AD07-ED5D95746E2C}" destId="{8E08C578-99BA-4EDB-B9F1-61F55A7BD282}" srcOrd="0" destOrd="0" presId="urn:microsoft.com/office/officeart/2018/2/layout/IconVerticalSolidList"/>
    <dgm:cxn modelId="{24C208C0-9DE0-4AC2-8980-349ADFAA1C8B}" type="presParOf" srcId="{AB10D0A2-DFD2-49EA-AD07-ED5D95746E2C}" destId="{C2D13F54-4349-4650-BCD3-2FD07F51A2DE}" srcOrd="1" destOrd="0" presId="urn:microsoft.com/office/officeart/2018/2/layout/IconVerticalSolidList"/>
    <dgm:cxn modelId="{4864E635-78F7-4F58-A4A1-462B754791FC}" type="presParOf" srcId="{AB10D0A2-DFD2-49EA-AD07-ED5D95746E2C}" destId="{1D078608-8B43-42B7-A9EF-813B51A99382}" srcOrd="2" destOrd="0" presId="urn:microsoft.com/office/officeart/2018/2/layout/IconVerticalSolidList"/>
    <dgm:cxn modelId="{41E08140-3A19-4949-A132-8618ABE036D7}" type="presParOf" srcId="{AB10D0A2-DFD2-49EA-AD07-ED5D95746E2C}" destId="{5E51F725-256A-4F0F-B842-692418C8ADB6}" srcOrd="3" destOrd="0" presId="urn:microsoft.com/office/officeart/2018/2/layout/IconVerticalSolidList"/>
    <dgm:cxn modelId="{C65CCDB2-90BA-48FF-A223-9B7699ED234E}" type="presParOf" srcId="{CE94F643-64D1-4CE2-BFF6-B4F5A783ECFF}" destId="{6196DE82-4F72-47CC-94C5-4B2AA0120B69}" srcOrd="5" destOrd="0" presId="urn:microsoft.com/office/officeart/2018/2/layout/IconVerticalSolidList"/>
    <dgm:cxn modelId="{C74BB26F-A944-4CA5-BF0F-1271D8D261DC}" type="presParOf" srcId="{CE94F643-64D1-4CE2-BFF6-B4F5A783ECFF}" destId="{85D04D28-57F3-4EAA-BFEC-9B705BE21EDC}" srcOrd="6" destOrd="0" presId="urn:microsoft.com/office/officeart/2018/2/layout/IconVerticalSolidList"/>
    <dgm:cxn modelId="{362D31C6-5A49-4131-BCC5-8B53635C832A}" type="presParOf" srcId="{85D04D28-57F3-4EAA-BFEC-9B705BE21EDC}" destId="{3C522D6C-00B3-4DB3-AF8B-70F322AA2669}" srcOrd="0" destOrd="0" presId="urn:microsoft.com/office/officeart/2018/2/layout/IconVerticalSolidList"/>
    <dgm:cxn modelId="{73E41CFA-3CF6-45E3-B741-3C9FB297E093}" type="presParOf" srcId="{85D04D28-57F3-4EAA-BFEC-9B705BE21EDC}" destId="{97E45643-DD14-4E76-9447-9485DBC59F2D}" srcOrd="1" destOrd="0" presId="urn:microsoft.com/office/officeart/2018/2/layout/IconVerticalSolidList"/>
    <dgm:cxn modelId="{5E557222-21AC-4D1D-816A-7A0AF44A355D}" type="presParOf" srcId="{85D04D28-57F3-4EAA-BFEC-9B705BE21EDC}" destId="{AEB52591-C611-4964-8AE9-FA7FB96264C9}" srcOrd="2" destOrd="0" presId="urn:microsoft.com/office/officeart/2018/2/layout/IconVerticalSolidList"/>
    <dgm:cxn modelId="{1EFA4D09-F287-47D2-8C2C-B946BEED32E1}" type="presParOf" srcId="{85D04D28-57F3-4EAA-BFEC-9B705BE21EDC}" destId="{18C9A587-35B3-4DC8-9B2E-BDD8AF8226B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711741-68CC-1A4A-904B-A41ED605900A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5F6CA2-AFB7-CD48-BB83-C7E0F5FE0F5E}">
      <dsp:nvSpPr>
        <dsp:cNvPr id="0" name=""/>
        <dsp:cNvSpPr/>
      </dsp:nvSpPr>
      <dsp:spPr>
        <a:xfrm>
          <a:off x="0" y="0"/>
          <a:ext cx="5175384" cy="1153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400" kern="1200" dirty="0"/>
            <a:t>¿Qué es y como funciona la diferenciación automática?</a:t>
          </a:r>
          <a:endParaRPr lang="en-US" sz="2400" kern="1200" dirty="0"/>
        </a:p>
      </dsp:txBody>
      <dsp:txXfrm>
        <a:off x="0" y="0"/>
        <a:ext cx="5175384" cy="1153362"/>
      </dsp:txXfrm>
    </dsp:sp>
    <dsp:sp modelId="{66F62085-0F43-0D48-BFCF-3967BA55BA8E}">
      <dsp:nvSpPr>
        <dsp:cNvPr id="0" name=""/>
        <dsp:cNvSpPr/>
      </dsp:nvSpPr>
      <dsp:spPr>
        <a:xfrm>
          <a:off x="0" y="1153362"/>
          <a:ext cx="5175384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7905AA-AA88-0A40-BE5F-CB193372E0B0}">
      <dsp:nvSpPr>
        <dsp:cNvPr id="0" name=""/>
        <dsp:cNvSpPr/>
      </dsp:nvSpPr>
      <dsp:spPr>
        <a:xfrm>
          <a:off x="0" y="1153362"/>
          <a:ext cx="5175384" cy="1153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400" kern="1200"/>
            <a:t>Una breve historia de las plataformas para aprendizaje profundo</a:t>
          </a:r>
          <a:endParaRPr lang="en-US" sz="2400" kern="1200"/>
        </a:p>
      </dsp:txBody>
      <dsp:txXfrm>
        <a:off x="0" y="1153362"/>
        <a:ext cx="5175384" cy="1153362"/>
      </dsp:txXfrm>
    </dsp:sp>
    <dsp:sp modelId="{54E63C37-1FBF-6D41-A389-1384F6A44F0B}">
      <dsp:nvSpPr>
        <dsp:cNvPr id="0" name=""/>
        <dsp:cNvSpPr/>
      </dsp:nvSpPr>
      <dsp:spPr>
        <a:xfrm>
          <a:off x="0" y="2306725"/>
          <a:ext cx="5175384" cy="0"/>
        </a:xfrm>
        <a:prstGeom prst="line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9EC6E0-3CFB-6A4F-AE6A-0195BF1E64D4}">
      <dsp:nvSpPr>
        <dsp:cNvPr id="0" name=""/>
        <dsp:cNvSpPr/>
      </dsp:nvSpPr>
      <dsp:spPr>
        <a:xfrm>
          <a:off x="0" y="2306725"/>
          <a:ext cx="5175384" cy="1153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400" kern="1200"/>
            <a:t>TensorFlow vs pyTorch</a:t>
          </a:r>
          <a:endParaRPr lang="en-US" sz="2400" kern="1200"/>
        </a:p>
      </dsp:txBody>
      <dsp:txXfrm>
        <a:off x="0" y="2306725"/>
        <a:ext cx="5175384" cy="1153362"/>
      </dsp:txXfrm>
    </dsp:sp>
    <dsp:sp modelId="{497030C7-B516-E841-A58D-1C747B4AA503}">
      <dsp:nvSpPr>
        <dsp:cNvPr id="0" name=""/>
        <dsp:cNvSpPr/>
      </dsp:nvSpPr>
      <dsp:spPr>
        <a:xfrm>
          <a:off x="0" y="3460088"/>
          <a:ext cx="5175384" cy="0"/>
        </a:xfrm>
        <a:prstGeom prst="line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D09959-6AF6-324A-9E05-CAC6BF096347}">
      <dsp:nvSpPr>
        <dsp:cNvPr id="0" name=""/>
        <dsp:cNvSpPr/>
      </dsp:nvSpPr>
      <dsp:spPr>
        <a:xfrm>
          <a:off x="0" y="3460088"/>
          <a:ext cx="5175384" cy="1153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400" kern="1200"/>
            <a:t>¿JAX está remplazando a TensorFlow?</a:t>
          </a:r>
          <a:endParaRPr lang="en-US" sz="2400" kern="1200"/>
        </a:p>
      </dsp:txBody>
      <dsp:txXfrm>
        <a:off x="0" y="3460088"/>
        <a:ext cx="5175384" cy="11533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468A80-DF5F-4681-887E-2500538627AE}">
      <dsp:nvSpPr>
        <dsp:cNvPr id="0" name=""/>
        <dsp:cNvSpPr/>
      </dsp:nvSpPr>
      <dsp:spPr>
        <a:xfrm>
          <a:off x="1843628" y="204125"/>
          <a:ext cx="587724" cy="5877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6D89EF-ECBE-4DD6-8EE9-0DC4577EF428}">
      <dsp:nvSpPr>
        <dsp:cNvPr id="0" name=""/>
        <dsp:cNvSpPr/>
      </dsp:nvSpPr>
      <dsp:spPr>
        <a:xfrm>
          <a:off x="1484463" y="987832"/>
          <a:ext cx="1306054" cy="52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 dirty="0"/>
            <a:t>Eficiente, no ejecuta operaciones </a:t>
          </a:r>
          <a:r>
            <a:rPr lang="es-ES_tradnl" sz="1200" kern="1200" dirty="0" err="1"/>
            <a:t>inecesarias</a:t>
          </a:r>
          <a:endParaRPr lang="en-US" sz="1200" kern="1200" dirty="0"/>
        </a:p>
      </dsp:txBody>
      <dsp:txXfrm>
        <a:off x="1484463" y="987832"/>
        <a:ext cx="1306054" cy="522421"/>
      </dsp:txXfrm>
    </dsp:sp>
    <dsp:sp modelId="{8188BF84-C384-434B-9D7E-56179523AC43}">
      <dsp:nvSpPr>
        <dsp:cNvPr id="0" name=""/>
        <dsp:cNvSpPr/>
      </dsp:nvSpPr>
      <dsp:spPr>
        <a:xfrm>
          <a:off x="3378242" y="204125"/>
          <a:ext cx="587724" cy="5877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F4A147-DD90-49DC-88B6-CCBA8AC0686F}">
      <dsp:nvSpPr>
        <dsp:cNvPr id="0" name=""/>
        <dsp:cNvSpPr/>
      </dsp:nvSpPr>
      <dsp:spPr>
        <a:xfrm>
          <a:off x="3019077" y="987832"/>
          <a:ext cx="1306054" cy="52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/>
            <a:t>Abstraer la paralelización y la infraestructura</a:t>
          </a:r>
          <a:endParaRPr lang="en-US" sz="1200" kern="1200"/>
        </a:p>
      </dsp:txBody>
      <dsp:txXfrm>
        <a:off x="3019077" y="987832"/>
        <a:ext cx="1306054" cy="522421"/>
      </dsp:txXfrm>
    </dsp:sp>
    <dsp:sp modelId="{9DDEC100-2E96-4838-B829-2EF5AECE4AA1}">
      <dsp:nvSpPr>
        <dsp:cNvPr id="0" name=""/>
        <dsp:cNvSpPr/>
      </dsp:nvSpPr>
      <dsp:spPr>
        <a:xfrm>
          <a:off x="4912856" y="204125"/>
          <a:ext cx="587724" cy="5877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5C467C-48C2-462F-9EBB-C6B5B22A0E9C}">
      <dsp:nvSpPr>
        <dsp:cNvPr id="0" name=""/>
        <dsp:cNvSpPr/>
      </dsp:nvSpPr>
      <dsp:spPr>
        <a:xfrm>
          <a:off x="4553691" y="987832"/>
          <a:ext cx="1306054" cy="52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/>
            <a:t>Diferenciación automática</a:t>
          </a:r>
          <a:endParaRPr lang="en-US" sz="1200" kern="1200"/>
        </a:p>
      </dsp:txBody>
      <dsp:txXfrm>
        <a:off x="4553691" y="987832"/>
        <a:ext cx="1306054" cy="522421"/>
      </dsp:txXfrm>
    </dsp:sp>
    <dsp:sp modelId="{079C3704-4E7F-4D12-8B08-29F5F9FC4B63}">
      <dsp:nvSpPr>
        <dsp:cNvPr id="0" name=""/>
        <dsp:cNvSpPr/>
      </dsp:nvSpPr>
      <dsp:spPr>
        <a:xfrm>
          <a:off x="6447471" y="204125"/>
          <a:ext cx="587724" cy="5877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575377-7ACE-4EE3-B5D2-BFB2A78AED59}">
      <dsp:nvSpPr>
        <dsp:cNvPr id="0" name=""/>
        <dsp:cNvSpPr/>
      </dsp:nvSpPr>
      <dsp:spPr>
        <a:xfrm>
          <a:off x="6088306" y="987832"/>
          <a:ext cx="1306054" cy="522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200" kern="1200"/>
            <a:t>Interfase sencilla</a:t>
          </a:r>
          <a:endParaRPr lang="en-US" sz="1200" kern="1200"/>
        </a:p>
      </dsp:txBody>
      <dsp:txXfrm>
        <a:off x="6088306" y="987832"/>
        <a:ext cx="1306054" cy="5224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2F9902-2C3F-419A-B80F-26701F7BBBE7}">
      <dsp:nvSpPr>
        <dsp:cNvPr id="0" name=""/>
        <dsp:cNvSpPr/>
      </dsp:nvSpPr>
      <dsp:spPr>
        <a:xfrm>
          <a:off x="1206652" y="191733"/>
          <a:ext cx="699257" cy="6992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70F4E-F92C-4DB8-86C4-4DECBEA45E8E}">
      <dsp:nvSpPr>
        <dsp:cNvPr id="0" name=""/>
        <dsp:cNvSpPr/>
      </dsp:nvSpPr>
      <dsp:spPr>
        <a:xfrm>
          <a:off x="779328" y="1206378"/>
          <a:ext cx="1553906" cy="108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i="0" kern="1200" dirty="0"/>
            <a:t>Prepara y carga datos</a:t>
          </a:r>
          <a:endParaRPr lang="en-US" sz="1600" kern="1200" dirty="0"/>
        </a:p>
      </dsp:txBody>
      <dsp:txXfrm>
        <a:off x="779328" y="1206378"/>
        <a:ext cx="1553906" cy="1087734"/>
      </dsp:txXfrm>
    </dsp:sp>
    <dsp:sp modelId="{539EE33D-19A0-4619-B0CD-EDE4D0F97ACE}">
      <dsp:nvSpPr>
        <dsp:cNvPr id="0" name=""/>
        <dsp:cNvSpPr/>
      </dsp:nvSpPr>
      <dsp:spPr>
        <a:xfrm>
          <a:off x="3032492" y="191733"/>
          <a:ext cx="699257" cy="6992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3ADE3-C9B5-4FC9-B8DA-4C703463A41F}">
      <dsp:nvSpPr>
        <dsp:cNvPr id="0" name=""/>
        <dsp:cNvSpPr/>
      </dsp:nvSpPr>
      <dsp:spPr>
        <a:xfrm>
          <a:off x="2605168" y="1206378"/>
          <a:ext cx="1553906" cy="108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i="0" kern="1200"/>
            <a:t>Crea y optimiza modelos</a:t>
          </a:r>
          <a:endParaRPr lang="en-US" sz="1600" kern="1200"/>
        </a:p>
      </dsp:txBody>
      <dsp:txXfrm>
        <a:off x="2605168" y="1206378"/>
        <a:ext cx="1553906" cy="1087734"/>
      </dsp:txXfrm>
    </dsp:sp>
    <dsp:sp modelId="{1DE55543-7D83-49A2-B71C-15C36220BBDD}">
      <dsp:nvSpPr>
        <dsp:cNvPr id="0" name=""/>
        <dsp:cNvSpPr/>
      </dsp:nvSpPr>
      <dsp:spPr>
        <a:xfrm>
          <a:off x="4858332" y="191733"/>
          <a:ext cx="699257" cy="6992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C46444-C8BE-4248-9183-851C4F3950E5}">
      <dsp:nvSpPr>
        <dsp:cNvPr id="0" name=""/>
        <dsp:cNvSpPr/>
      </dsp:nvSpPr>
      <dsp:spPr>
        <a:xfrm>
          <a:off x="4431008" y="1206378"/>
          <a:ext cx="1553906" cy="108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Implementa modelos locales, en el navegador, en la nube o integrados en el dispositivo</a:t>
          </a:r>
          <a:endParaRPr lang="en-US" sz="1600" kern="1200"/>
        </a:p>
      </dsp:txBody>
      <dsp:txXfrm>
        <a:off x="4431008" y="1206378"/>
        <a:ext cx="1553906" cy="1087734"/>
      </dsp:txXfrm>
    </dsp:sp>
    <dsp:sp modelId="{A5A16427-357C-4801-8715-D1E7DADAEF98}">
      <dsp:nvSpPr>
        <dsp:cNvPr id="0" name=""/>
        <dsp:cNvSpPr/>
      </dsp:nvSpPr>
      <dsp:spPr>
        <a:xfrm>
          <a:off x="6684172" y="191733"/>
          <a:ext cx="699257" cy="6992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B432EE-4D06-46A0-8D61-C2BAC214AF93}">
      <dsp:nvSpPr>
        <dsp:cNvPr id="0" name=""/>
        <dsp:cNvSpPr/>
      </dsp:nvSpPr>
      <dsp:spPr>
        <a:xfrm>
          <a:off x="6256848" y="1206378"/>
          <a:ext cx="1553906" cy="108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Implementa MLOps para la producción de AA</a:t>
          </a:r>
          <a:endParaRPr lang="en-US" sz="1600" kern="1200"/>
        </a:p>
      </dsp:txBody>
      <dsp:txXfrm>
        <a:off x="6256848" y="1206378"/>
        <a:ext cx="1553906" cy="10877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8C59C4-BDB3-4EB4-A3BF-840079B4494D}">
      <dsp:nvSpPr>
        <dsp:cNvPr id="0" name=""/>
        <dsp:cNvSpPr/>
      </dsp:nvSpPr>
      <dsp:spPr>
        <a:xfrm>
          <a:off x="231287" y="817890"/>
          <a:ext cx="720557" cy="72055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D86BEA-FCE3-47D7-A346-101B0F63606B}">
      <dsp:nvSpPr>
        <dsp:cNvPr id="0" name=""/>
        <dsp:cNvSpPr/>
      </dsp:nvSpPr>
      <dsp:spPr>
        <a:xfrm>
          <a:off x="382605" y="969207"/>
          <a:ext cx="417923" cy="4179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98A3D-BB85-4A5E-A78E-584C726D0D7A}">
      <dsp:nvSpPr>
        <dsp:cNvPr id="0" name=""/>
        <dsp:cNvSpPr/>
      </dsp:nvSpPr>
      <dsp:spPr>
        <a:xfrm>
          <a:off x="1106250" y="817890"/>
          <a:ext cx="1698457" cy="720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kern="1200" dirty="0"/>
            <a:t>Diferenciación automática especialmente eficiente.</a:t>
          </a:r>
          <a:endParaRPr lang="en-US" sz="1600" kern="1200" dirty="0"/>
        </a:p>
      </dsp:txBody>
      <dsp:txXfrm>
        <a:off x="1106250" y="817890"/>
        <a:ext cx="1698457" cy="720557"/>
      </dsp:txXfrm>
    </dsp:sp>
    <dsp:sp modelId="{06C3CAB6-16FE-4F21-B6E4-A3AE7C1056F9}">
      <dsp:nvSpPr>
        <dsp:cNvPr id="0" name=""/>
        <dsp:cNvSpPr/>
      </dsp:nvSpPr>
      <dsp:spPr>
        <a:xfrm>
          <a:off x="3100651" y="817890"/>
          <a:ext cx="720557" cy="72055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A05054-314E-4F55-AFE4-7F0CA74E9A30}">
      <dsp:nvSpPr>
        <dsp:cNvPr id="0" name=""/>
        <dsp:cNvSpPr/>
      </dsp:nvSpPr>
      <dsp:spPr>
        <a:xfrm>
          <a:off x="3251968" y="969207"/>
          <a:ext cx="417923" cy="4179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C6474-7483-4CF7-A00B-6CAB22699179}">
      <dsp:nvSpPr>
        <dsp:cNvPr id="0" name=""/>
        <dsp:cNvSpPr/>
      </dsp:nvSpPr>
      <dsp:spPr>
        <a:xfrm>
          <a:off x="3975614" y="817890"/>
          <a:ext cx="1698457" cy="720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kern="1200"/>
            <a:t>Compilación XLA en tiempo real, ejecución de código altamente optimizada.</a:t>
          </a:r>
          <a:endParaRPr lang="en-US" sz="1600" kern="1200"/>
        </a:p>
      </dsp:txBody>
      <dsp:txXfrm>
        <a:off x="3975614" y="817890"/>
        <a:ext cx="1698457" cy="720557"/>
      </dsp:txXfrm>
    </dsp:sp>
    <dsp:sp modelId="{43259E43-842B-4CB4-9941-51AAB2A65339}">
      <dsp:nvSpPr>
        <dsp:cNvPr id="0" name=""/>
        <dsp:cNvSpPr/>
      </dsp:nvSpPr>
      <dsp:spPr>
        <a:xfrm>
          <a:off x="5970014" y="817890"/>
          <a:ext cx="720557" cy="72055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B858E8-A8B0-4DC1-8333-FF1454FB7F56}">
      <dsp:nvSpPr>
        <dsp:cNvPr id="0" name=""/>
        <dsp:cNvSpPr/>
      </dsp:nvSpPr>
      <dsp:spPr>
        <a:xfrm>
          <a:off x="6121332" y="969207"/>
          <a:ext cx="417923" cy="4179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B37E84-D112-4726-A60E-8CA449EECAF7}">
      <dsp:nvSpPr>
        <dsp:cNvPr id="0" name=""/>
        <dsp:cNvSpPr/>
      </dsp:nvSpPr>
      <dsp:spPr>
        <a:xfrm>
          <a:off x="6844977" y="817890"/>
          <a:ext cx="1698457" cy="720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kern="1200" dirty="0"/>
            <a:t>Interoperabilidad con </a:t>
          </a:r>
          <a:r>
            <a:rPr lang="es-ES_tradnl" sz="1600" kern="1200" dirty="0" err="1"/>
            <a:t>NumPy</a:t>
          </a:r>
          <a:r>
            <a:rPr lang="es-ES_tradnl" sz="1600" kern="1200" dirty="0"/>
            <a:t>, lo que ofrece una interfaz familiar para los cálculos numéricos.</a:t>
          </a:r>
          <a:endParaRPr lang="en-US" sz="1600" kern="1200" dirty="0"/>
        </a:p>
      </dsp:txBody>
      <dsp:txXfrm>
        <a:off x="6844977" y="817890"/>
        <a:ext cx="1698457" cy="7205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7DE3AC-047F-402B-BA72-DC24A7444703}">
      <dsp:nvSpPr>
        <dsp:cNvPr id="0" name=""/>
        <dsp:cNvSpPr/>
      </dsp:nvSpPr>
      <dsp:spPr>
        <a:xfrm>
          <a:off x="0" y="1507"/>
          <a:ext cx="7886700" cy="763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D624E6-E8E7-44B1-A8AB-312F55E99A62}">
      <dsp:nvSpPr>
        <dsp:cNvPr id="0" name=""/>
        <dsp:cNvSpPr/>
      </dsp:nvSpPr>
      <dsp:spPr>
        <a:xfrm>
          <a:off x="231062" y="173371"/>
          <a:ext cx="420113" cy="4201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65086A-45D9-42E5-BEAE-1B7C745DE4CA}">
      <dsp:nvSpPr>
        <dsp:cNvPr id="0" name=""/>
        <dsp:cNvSpPr/>
      </dsp:nvSpPr>
      <dsp:spPr>
        <a:xfrm>
          <a:off x="882239" y="1507"/>
          <a:ext cx="7004460" cy="763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840" tIns="80840" rIns="80840" bIns="808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 err="1"/>
            <a:t>TensorFlow</a:t>
          </a:r>
          <a:r>
            <a:rPr lang="es-ES_tradnl" sz="1600" kern="1200" dirty="0"/>
            <a:t>: El estándar industrial. La primera opción para el desarrollo de productos que impliquen todo el ciclo de vida.</a:t>
          </a:r>
          <a:endParaRPr lang="en-US" sz="1600" kern="1200" dirty="0"/>
        </a:p>
      </dsp:txBody>
      <dsp:txXfrm>
        <a:off x="882239" y="1507"/>
        <a:ext cx="7004460" cy="763843"/>
      </dsp:txXfrm>
    </dsp:sp>
    <dsp:sp modelId="{86278421-3D25-4E09-940F-D7746C20FFAF}">
      <dsp:nvSpPr>
        <dsp:cNvPr id="0" name=""/>
        <dsp:cNvSpPr/>
      </dsp:nvSpPr>
      <dsp:spPr>
        <a:xfrm>
          <a:off x="0" y="956311"/>
          <a:ext cx="7886700" cy="7638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0EDBE8-4B5E-4336-BD65-2CF1545C21C9}">
      <dsp:nvSpPr>
        <dsp:cNvPr id="0" name=""/>
        <dsp:cNvSpPr/>
      </dsp:nvSpPr>
      <dsp:spPr>
        <a:xfrm>
          <a:off x="231062" y="1128176"/>
          <a:ext cx="420113" cy="4201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E4917E-7E30-4DF8-AF59-5D0120AA4D29}">
      <dsp:nvSpPr>
        <dsp:cNvPr id="0" name=""/>
        <dsp:cNvSpPr/>
      </dsp:nvSpPr>
      <dsp:spPr>
        <a:xfrm>
          <a:off x="882239" y="956311"/>
          <a:ext cx="7004460" cy="763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840" tIns="80840" rIns="80840" bIns="808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/>
            <a:t>PyTorch</a:t>
          </a:r>
          <a:r>
            <a:rPr lang="es-ES_tradnl" sz="1600" kern="1200"/>
            <a:t>: Flexibilidad y facilidad de uso. La opción más utilizada en investigación.</a:t>
          </a:r>
          <a:endParaRPr lang="en-US" sz="1600" kern="1200"/>
        </a:p>
      </dsp:txBody>
      <dsp:txXfrm>
        <a:off x="882239" y="956311"/>
        <a:ext cx="7004460" cy="763843"/>
      </dsp:txXfrm>
    </dsp:sp>
    <dsp:sp modelId="{8E08C578-99BA-4EDB-B9F1-61F55A7BD282}">
      <dsp:nvSpPr>
        <dsp:cNvPr id="0" name=""/>
        <dsp:cNvSpPr/>
      </dsp:nvSpPr>
      <dsp:spPr>
        <a:xfrm>
          <a:off x="0" y="1911115"/>
          <a:ext cx="7886700" cy="7638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D13F54-4349-4650-BCD3-2FD07F51A2DE}">
      <dsp:nvSpPr>
        <dsp:cNvPr id="0" name=""/>
        <dsp:cNvSpPr/>
      </dsp:nvSpPr>
      <dsp:spPr>
        <a:xfrm>
          <a:off x="231062" y="2082980"/>
          <a:ext cx="420113" cy="4201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1F725-256A-4F0F-B842-692418C8ADB6}">
      <dsp:nvSpPr>
        <dsp:cNvPr id="0" name=""/>
        <dsp:cNvSpPr/>
      </dsp:nvSpPr>
      <dsp:spPr>
        <a:xfrm>
          <a:off x="882239" y="1911115"/>
          <a:ext cx="7004460" cy="763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840" tIns="80840" rIns="80840" bIns="808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 err="1"/>
            <a:t>Keras</a:t>
          </a:r>
          <a:r>
            <a:rPr lang="es-ES_tradnl" sz="1600" kern="1200" dirty="0"/>
            <a:t>: Aprendizaje profundo simplificado. La manera más fácil de iniciarse en el área. Principalmente en </a:t>
          </a:r>
          <a:r>
            <a:rPr lang="es-ES_tradnl" sz="1600" kern="1200" dirty="0" err="1"/>
            <a:t>TensorFlow</a:t>
          </a:r>
          <a:r>
            <a:rPr lang="es-ES_tradnl" sz="1600" kern="1200" dirty="0"/>
            <a:t>, pero también en JAX y </a:t>
          </a:r>
          <a:r>
            <a:rPr lang="es-ES_tradnl" sz="1600" kern="1200" dirty="0" err="1"/>
            <a:t>pyTorch</a:t>
          </a:r>
          <a:r>
            <a:rPr lang="es-ES_tradnl" sz="1600" kern="1200" dirty="0"/>
            <a:t>.</a:t>
          </a:r>
          <a:endParaRPr lang="en-US" sz="1600" kern="1200" dirty="0"/>
        </a:p>
      </dsp:txBody>
      <dsp:txXfrm>
        <a:off x="882239" y="1911115"/>
        <a:ext cx="7004460" cy="763843"/>
      </dsp:txXfrm>
    </dsp:sp>
    <dsp:sp modelId="{3C522D6C-00B3-4DB3-AF8B-70F322AA2669}">
      <dsp:nvSpPr>
        <dsp:cNvPr id="0" name=""/>
        <dsp:cNvSpPr/>
      </dsp:nvSpPr>
      <dsp:spPr>
        <a:xfrm>
          <a:off x="0" y="2865919"/>
          <a:ext cx="7886700" cy="7638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E45643-DD14-4E76-9447-9485DBC59F2D}">
      <dsp:nvSpPr>
        <dsp:cNvPr id="0" name=""/>
        <dsp:cNvSpPr/>
      </dsp:nvSpPr>
      <dsp:spPr>
        <a:xfrm>
          <a:off x="231062" y="3037784"/>
          <a:ext cx="420113" cy="4201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C9A587-35B3-4DC8-9B2E-BDD8AF8226B9}">
      <dsp:nvSpPr>
        <dsp:cNvPr id="0" name=""/>
        <dsp:cNvSpPr/>
      </dsp:nvSpPr>
      <dsp:spPr>
        <a:xfrm>
          <a:off x="882239" y="2865919"/>
          <a:ext cx="7004460" cy="763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840" tIns="80840" rIns="80840" bIns="808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/>
            <a:t>JAX</a:t>
          </a:r>
          <a:r>
            <a:rPr lang="es-ES_tradnl" sz="1600" kern="1200"/>
            <a:t>: Computación numérica de alto rendimiento. Muy potente, pero todavía complicado de usar, sin buena documentación, comunidad y ecosistema.</a:t>
          </a:r>
          <a:endParaRPr lang="en-US" sz="1600" kern="1200"/>
        </a:p>
      </dsp:txBody>
      <dsp:txXfrm>
        <a:off x="882239" y="2865919"/>
        <a:ext cx="7004460" cy="763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F25EA-12D2-8245-B91C-BE37B8E2C08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85805-9275-374E-B689-EC53C5D6AEB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7909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85805-9275-374E-B689-EC53C5D6AEB8}" type="slidenum">
              <a:rPr lang="es-ES_tradnl" smtClean="0"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8656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85805-9275-374E-B689-EC53C5D6AEB8}" type="slidenum">
              <a:rPr lang="es-ES_tradnl" smtClean="0"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318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A381-C6AB-A649-AED1-E6B50B635BCE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53EB-C2B8-2A44-B5E3-2C15D09DB19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59945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A381-C6AB-A649-AED1-E6B50B635BCE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53EB-C2B8-2A44-B5E3-2C15D09DB19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47029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A381-C6AB-A649-AED1-E6B50B635BCE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53EB-C2B8-2A44-B5E3-2C15D09DB19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92889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A381-C6AB-A649-AED1-E6B50B635BCE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53EB-C2B8-2A44-B5E3-2C15D09DB19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36651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A381-C6AB-A649-AED1-E6B50B635BCE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53EB-C2B8-2A44-B5E3-2C15D09DB19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3673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A381-C6AB-A649-AED1-E6B50B635BCE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53EB-C2B8-2A44-B5E3-2C15D09DB19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74125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A381-C6AB-A649-AED1-E6B50B635BCE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53EB-C2B8-2A44-B5E3-2C15D09DB19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73372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A381-C6AB-A649-AED1-E6B50B635BCE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53EB-C2B8-2A44-B5E3-2C15D09DB19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80301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A381-C6AB-A649-AED1-E6B50B635BCE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53EB-C2B8-2A44-B5E3-2C15D09DB19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72848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A381-C6AB-A649-AED1-E6B50B635BCE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53EB-C2B8-2A44-B5E3-2C15D09DB19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781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A381-C6AB-A649-AED1-E6B50B635BCE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D53EB-C2B8-2A44-B5E3-2C15D09DB19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2074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1A381-C6AB-A649-AED1-E6B50B635BCE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D53EB-C2B8-2A44-B5E3-2C15D09DB19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0449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3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60C7D6F-783B-5DD7-2883-36DF21C591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sz="2400" dirty="0"/>
              <a:t>Aprendizaje Automático Aplicado</a:t>
            </a:r>
            <a:br>
              <a:rPr lang="es-MX" dirty="0"/>
            </a:br>
            <a:r>
              <a:rPr lang="es-MX" dirty="0"/>
              <a:t>Diferenciación automática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079BFC63-FAB3-F3E8-A90D-0C1C7DEF79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Julio Waissman Vilanova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4CF74D4-31EB-BD46-8795-85065C9F5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6144" y="3841967"/>
            <a:ext cx="763016" cy="763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069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89F7B2-63E8-DBE4-401B-210749D49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534019"/>
            <a:ext cx="2563994" cy="4652623"/>
          </a:xfrm>
        </p:spPr>
        <p:txBody>
          <a:bodyPr anchor="ctr">
            <a:normAutofit/>
          </a:bodyPr>
          <a:lstStyle/>
          <a:p>
            <a:r>
              <a:rPr lang="es-ES_tradnl" sz="4300"/>
              <a:t>Agenda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95162" y="2886361"/>
            <a:ext cx="4508500" cy="13716"/>
          </a:xfrm>
          <a:custGeom>
            <a:avLst/>
            <a:gdLst>
              <a:gd name="csX0" fmla="*/ 0 w 4508500"/>
              <a:gd name="csY0" fmla="*/ 0 h 13716"/>
              <a:gd name="csX1" fmla="*/ 598986 w 4508500"/>
              <a:gd name="csY1" fmla="*/ 0 h 13716"/>
              <a:gd name="csX2" fmla="*/ 1107803 w 4508500"/>
              <a:gd name="csY2" fmla="*/ 0 h 13716"/>
              <a:gd name="csX3" fmla="*/ 1661704 w 4508500"/>
              <a:gd name="csY3" fmla="*/ 0 h 13716"/>
              <a:gd name="csX4" fmla="*/ 2350861 w 4508500"/>
              <a:gd name="csY4" fmla="*/ 0 h 13716"/>
              <a:gd name="csX5" fmla="*/ 2949847 w 4508500"/>
              <a:gd name="csY5" fmla="*/ 0 h 13716"/>
              <a:gd name="csX6" fmla="*/ 3503749 w 4508500"/>
              <a:gd name="csY6" fmla="*/ 0 h 13716"/>
              <a:gd name="csX7" fmla="*/ 4508500 w 4508500"/>
              <a:gd name="csY7" fmla="*/ 0 h 13716"/>
              <a:gd name="csX8" fmla="*/ 4508500 w 4508500"/>
              <a:gd name="csY8" fmla="*/ 13716 h 13716"/>
              <a:gd name="csX9" fmla="*/ 3864429 w 4508500"/>
              <a:gd name="csY9" fmla="*/ 13716 h 13716"/>
              <a:gd name="csX10" fmla="*/ 3310527 w 4508500"/>
              <a:gd name="csY10" fmla="*/ 13716 h 13716"/>
              <a:gd name="csX11" fmla="*/ 2576286 w 4508500"/>
              <a:gd name="csY11" fmla="*/ 13716 h 13716"/>
              <a:gd name="csX12" fmla="*/ 1977299 w 4508500"/>
              <a:gd name="csY12" fmla="*/ 13716 h 13716"/>
              <a:gd name="csX13" fmla="*/ 1468483 w 4508500"/>
              <a:gd name="csY13" fmla="*/ 13716 h 13716"/>
              <a:gd name="csX14" fmla="*/ 779326 w 4508500"/>
              <a:gd name="csY14" fmla="*/ 13716 h 13716"/>
              <a:gd name="csX15" fmla="*/ 0 w 4508500"/>
              <a:gd name="csY15" fmla="*/ 13716 h 13716"/>
              <a:gd name="csX16" fmla="*/ 0 w 450850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08500" h="13716" fill="none" extrusionOk="0">
                <a:moveTo>
                  <a:pt x="0" y="0"/>
                </a:moveTo>
                <a:cubicBezTo>
                  <a:pt x="291457" y="4813"/>
                  <a:pt x="357003" y="24940"/>
                  <a:pt x="598986" y="0"/>
                </a:cubicBezTo>
                <a:cubicBezTo>
                  <a:pt x="840969" y="-24940"/>
                  <a:pt x="945022" y="21690"/>
                  <a:pt x="1107803" y="0"/>
                </a:cubicBezTo>
                <a:cubicBezTo>
                  <a:pt x="1270584" y="-21690"/>
                  <a:pt x="1467876" y="-24147"/>
                  <a:pt x="1661704" y="0"/>
                </a:cubicBezTo>
                <a:cubicBezTo>
                  <a:pt x="1855532" y="24147"/>
                  <a:pt x="2158784" y="14790"/>
                  <a:pt x="2350861" y="0"/>
                </a:cubicBezTo>
                <a:cubicBezTo>
                  <a:pt x="2542938" y="-14790"/>
                  <a:pt x="2668103" y="9953"/>
                  <a:pt x="2949847" y="0"/>
                </a:cubicBezTo>
                <a:cubicBezTo>
                  <a:pt x="3231591" y="-9953"/>
                  <a:pt x="3349149" y="-15793"/>
                  <a:pt x="3503749" y="0"/>
                </a:cubicBezTo>
                <a:cubicBezTo>
                  <a:pt x="3658349" y="15793"/>
                  <a:pt x="4020815" y="15804"/>
                  <a:pt x="4508500" y="0"/>
                </a:cubicBezTo>
                <a:cubicBezTo>
                  <a:pt x="4508213" y="3379"/>
                  <a:pt x="4508708" y="9289"/>
                  <a:pt x="4508500" y="13716"/>
                </a:cubicBezTo>
                <a:cubicBezTo>
                  <a:pt x="4307776" y="-8333"/>
                  <a:pt x="4015071" y="-17525"/>
                  <a:pt x="3864429" y="13716"/>
                </a:cubicBezTo>
                <a:cubicBezTo>
                  <a:pt x="3713787" y="44957"/>
                  <a:pt x="3575509" y="22805"/>
                  <a:pt x="3310527" y="13716"/>
                </a:cubicBezTo>
                <a:cubicBezTo>
                  <a:pt x="3045545" y="4627"/>
                  <a:pt x="2774023" y="41965"/>
                  <a:pt x="2576286" y="13716"/>
                </a:cubicBezTo>
                <a:cubicBezTo>
                  <a:pt x="2378549" y="-14533"/>
                  <a:pt x="2223558" y="-11863"/>
                  <a:pt x="1977299" y="13716"/>
                </a:cubicBezTo>
                <a:cubicBezTo>
                  <a:pt x="1731040" y="39295"/>
                  <a:pt x="1673675" y="38501"/>
                  <a:pt x="1468483" y="13716"/>
                </a:cubicBezTo>
                <a:cubicBezTo>
                  <a:pt x="1263291" y="-11069"/>
                  <a:pt x="988934" y="36377"/>
                  <a:pt x="779326" y="13716"/>
                </a:cubicBezTo>
                <a:cubicBezTo>
                  <a:pt x="569718" y="-8945"/>
                  <a:pt x="380470" y="17222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508500" h="13716" stroke="0" extrusionOk="0">
                <a:moveTo>
                  <a:pt x="0" y="0"/>
                </a:moveTo>
                <a:cubicBezTo>
                  <a:pt x="233560" y="2702"/>
                  <a:pt x="475821" y="-21810"/>
                  <a:pt x="598986" y="0"/>
                </a:cubicBezTo>
                <a:cubicBezTo>
                  <a:pt x="722151" y="21810"/>
                  <a:pt x="880867" y="-17806"/>
                  <a:pt x="1107803" y="0"/>
                </a:cubicBezTo>
                <a:cubicBezTo>
                  <a:pt x="1334739" y="17806"/>
                  <a:pt x="1511162" y="13597"/>
                  <a:pt x="1842044" y="0"/>
                </a:cubicBezTo>
                <a:cubicBezTo>
                  <a:pt x="2172926" y="-13597"/>
                  <a:pt x="2224407" y="-2105"/>
                  <a:pt x="2441031" y="0"/>
                </a:cubicBezTo>
                <a:cubicBezTo>
                  <a:pt x="2657655" y="2105"/>
                  <a:pt x="2901130" y="-26513"/>
                  <a:pt x="3040017" y="0"/>
                </a:cubicBezTo>
                <a:cubicBezTo>
                  <a:pt x="3178904" y="26513"/>
                  <a:pt x="3535018" y="22201"/>
                  <a:pt x="3774259" y="0"/>
                </a:cubicBezTo>
                <a:cubicBezTo>
                  <a:pt x="4013500" y="-22201"/>
                  <a:pt x="4332154" y="15695"/>
                  <a:pt x="4508500" y="0"/>
                </a:cubicBezTo>
                <a:cubicBezTo>
                  <a:pt x="4508300" y="3832"/>
                  <a:pt x="4509092" y="9314"/>
                  <a:pt x="4508500" y="13716"/>
                </a:cubicBezTo>
                <a:cubicBezTo>
                  <a:pt x="4250335" y="-3304"/>
                  <a:pt x="4128724" y="9836"/>
                  <a:pt x="3954599" y="13716"/>
                </a:cubicBezTo>
                <a:cubicBezTo>
                  <a:pt x="3780474" y="17596"/>
                  <a:pt x="3536573" y="-11929"/>
                  <a:pt x="3310527" y="13716"/>
                </a:cubicBezTo>
                <a:cubicBezTo>
                  <a:pt x="3084481" y="39361"/>
                  <a:pt x="2936987" y="1788"/>
                  <a:pt x="2666456" y="13716"/>
                </a:cubicBezTo>
                <a:cubicBezTo>
                  <a:pt x="2395925" y="25644"/>
                  <a:pt x="2248969" y="2458"/>
                  <a:pt x="2067469" y="13716"/>
                </a:cubicBezTo>
                <a:cubicBezTo>
                  <a:pt x="1885969" y="24974"/>
                  <a:pt x="1499431" y="2179"/>
                  <a:pt x="1333228" y="13716"/>
                </a:cubicBezTo>
                <a:cubicBezTo>
                  <a:pt x="1167025" y="25253"/>
                  <a:pt x="871408" y="23790"/>
                  <a:pt x="598986" y="13716"/>
                </a:cubicBezTo>
                <a:cubicBezTo>
                  <a:pt x="326564" y="3642"/>
                  <a:pt x="199983" y="43249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9B75B94-30A3-050A-364F-D75718B468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5427336"/>
              </p:ext>
            </p:extLst>
          </p:nvPr>
        </p:nvGraphicFramePr>
        <p:xfrm>
          <a:off x="3486013" y="534018"/>
          <a:ext cx="5175384" cy="46134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9012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7E5D2-D336-268B-38B3-54A3C99D4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400" dirty="0"/>
              <a:t>Ejemplo ilustrativo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9E95A25-43E7-2D43-927E-7E40D2F0A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981" y="2857500"/>
            <a:ext cx="7162038" cy="50147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A9C6B0D-5188-BB9E-67E2-216356BF5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893" y="3598318"/>
            <a:ext cx="5014213" cy="190639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45EB126-1663-49D3-0DD3-FC62130E13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248"/>
          <a:stretch/>
        </p:blipFill>
        <p:spPr>
          <a:xfrm>
            <a:off x="1896744" y="1342392"/>
            <a:ext cx="4549776" cy="135809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A057C8E-0457-72F2-ACA9-E9D6F4F624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9490"/>
          <a:stretch/>
        </p:blipFill>
        <p:spPr>
          <a:xfrm>
            <a:off x="6411594" y="1342392"/>
            <a:ext cx="667512" cy="136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477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31CD50-12E5-7395-2F1B-7EF205405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13360"/>
            <a:ext cx="7879842" cy="8458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¿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Cómo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lo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resolvemos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forma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eficiente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362085"/>
            <a:ext cx="7838694" cy="15240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281813"/>
            <a:ext cx="1405092" cy="915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C492CAE-B6D3-843D-40BD-9941C567E65F}"/>
              </a:ext>
            </a:extLst>
          </p:cNvPr>
          <p:cNvGrpSpPr/>
          <p:nvPr/>
        </p:nvGrpSpPr>
        <p:grpSpPr>
          <a:xfrm>
            <a:off x="601458" y="1803998"/>
            <a:ext cx="7886700" cy="1514643"/>
            <a:chOff x="1254370" y="2778315"/>
            <a:chExt cx="8546123" cy="1641285"/>
          </a:xfrm>
        </p:grpSpPr>
        <p:sp>
          <p:nvSpPr>
            <p:cNvPr id="4" name="Rectángulo redondeado 3">
              <a:extLst>
                <a:ext uri="{FF2B5EF4-FFF2-40B4-BE49-F238E27FC236}">
                  <a16:creationId xmlns:a16="http://schemas.microsoft.com/office/drawing/2014/main" id="{451A5FB3-5E14-E5BF-BAC4-682858250D0F}"/>
                </a:ext>
              </a:extLst>
            </p:cNvPr>
            <p:cNvSpPr/>
            <p:nvPr/>
          </p:nvSpPr>
          <p:spPr>
            <a:xfrm>
              <a:off x="1254370" y="3001080"/>
              <a:ext cx="8546123" cy="141852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" name="Rectángulo redondeado 4">
              <a:extLst>
                <a:ext uri="{FF2B5EF4-FFF2-40B4-BE49-F238E27FC236}">
                  <a16:creationId xmlns:a16="http://schemas.microsoft.com/office/drawing/2014/main" id="{1DB81785-9EAD-326F-9A46-79657E68FF87}"/>
                </a:ext>
              </a:extLst>
            </p:cNvPr>
            <p:cNvSpPr/>
            <p:nvPr/>
          </p:nvSpPr>
          <p:spPr>
            <a:xfrm>
              <a:off x="1402549" y="2778315"/>
              <a:ext cx="3192897" cy="44553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EA87B473-9533-4B0A-906A-218EAB45A77C}"/>
                </a:ext>
              </a:extLst>
            </p:cNvPr>
            <p:cNvSpPr txBox="1"/>
            <p:nvPr/>
          </p:nvSpPr>
          <p:spPr>
            <a:xfrm>
              <a:off x="1449442" y="2778315"/>
              <a:ext cx="8163482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20624">
                <a:spcAft>
                  <a:spcPts val="600"/>
                </a:spcAft>
              </a:pPr>
              <a:r>
                <a:rPr lang="es-ES_tradnl" sz="2208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Grafo computacional</a:t>
              </a:r>
            </a:p>
            <a:p>
              <a:pPr defTabSz="420624">
                <a:spcAft>
                  <a:spcPts val="600"/>
                </a:spcAft>
              </a:pPr>
              <a:endParaRPr lang="es-ES_tradnl" sz="1840" kern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defTabSz="420624">
                <a:spcAft>
                  <a:spcPts val="600"/>
                </a:spcAft>
              </a:pPr>
              <a:r>
                <a:rPr lang="es-ES_tradnl" sz="184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Grafo acíclico dirigido cuyo nodo raíz representa el final de una expresión matemática, y cada nodo representa subexpresiones intermediarias</a:t>
              </a:r>
              <a:endParaRPr lang="es-ES_tradnl" sz="2000" dirty="0"/>
            </a:p>
          </p:txBody>
        </p:sp>
      </p:grpSp>
      <p:graphicFrame>
        <p:nvGraphicFramePr>
          <p:cNvPr id="17" name="CuadroTexto 6">
            <a:extLst>
              <a:ext uri="{FF2B5EF4-FFF2-40B4-BE49-F238E27FC236}">
                <a16:creationId xmlns:a16="http://schemas.microsoft.com/office/drawing/2014/main" id="{77AD13A7-72B7-98EE-55CB-8CFC7354AE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3736510"/>
              </p:ext>
            </p:extLst>
          </p:nvPr>
        </p:nvGraphicFramePr>
        <p:xfrm>
          <a:off x="182880" y="3637893"/>
          <a:ext cx="8878824" cy="1714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2438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3847FA-59C0-CDF9-C86B-1FE6CF4F1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347980"/>
            <a:ext cx="8182230" cy="10411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Operaciones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tensores</a:t>
            </a: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444545"/>
            <a:ext cx="3429000" cy="15240"/>
          </a:xfrm>
          <a:custGeom>
            <a:avLst/>
            <a:gdLst>
              <a:gd name="csX0" fmla="*/ 0 w 3429000"/>
              <a:gd name="csY0" fmla="*/ 0 h 15240"/>
              <a:gd name="csX1" fmla="*/ 685800 w 3429000"/>
              <a:gd name="csY1" fmla="*/ 0 h 15240"/>
              <a:gd name="csX2" fmla="*/ 1371600 w 3429000"/>
              <a:gd name="csY2" fmla="*/ 0 h 15240"/>
              <a:gd name="csX3" fmla="*/ 2057400 w 3429000"/>
              <a:gd name="csY3" fmla="*/ 0 h 15240"/>
              <a:gd name="csX4" fmla="*/ 2674620 w 3429000"/>
              <a:gd name="csY4" fmla="*/ 0 h 15240"/>
              <a:gd name="csX5" fmla="*/ 3429000 w 3429000"/>
              <a:gd name="csY5" fmla="*/ 0 h 15240"/>
              <a:gd name="csX6" fmla="*/ 3429000 w 3429000"/>
              <a:gd name="csY6" fmla="*/ 15240 h 15240"/>
              <a:gd name="csX7" fmla="*/ 2811780 w 3429000"/>
              <a:gd name="csY7" fmla="*/ 15240 h 15240"/>
              <a:gd name="csX8" fmla="*/ 2228850 w 3429000"/>
              <a:gd name="csY8" fmla="*/ 15240 h 15240"/>
              <a:gd name="csX9" fmla="*/ 1543050 w 3429000"/>
              <a:gd name="csY9" fmla="*/ 15240 h 15240"/>
              <a:gd name="csX10" fmla="*/ 925830 w 3429000"/>
              <a:gd name="csY10" fmla="*/ 15240 h 15240"/>
              <a:gd name="csX11" fmla="*/ 0 w 3429000"/>
              <a:gd name="csY11" fmla="*/ 15240 h 15240"/>
              <a:gd name="csX12" fmla="*/ 0 w 3429000"/>
              <a:gd name="csY12" fmla="*/ 0 h 15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5240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8985" y="7298"/>
                  <a:pt x="3428935" y="8153"/>
                  <a:pt x="3429000" y="15240"/>
                </a:cubicBezTo>
                <a:cubicBezTo>
                  <a:pt x="3221081" y="45560"/>
                  <a:pt x="3088001" y="5018"/>
                  <a:pt x="2811780" y="15240"/>
                </a:cubicBezTo>
                <a:cubicBezTo>
                  <a:pt x="2535559" y="25462"/>
                  <a:pt x="2481355" y="21850"/>
                  <a:pt x="2228850" y="15240"/>
                </a:cubicBezTo>
                <a:cubicBezTo>
                  <a:pt x="1976345" y="8631"/>
                  <a:pt x="1807520" y="45308"/>
                  <a:pt x="1543050" y="15240"/>
                </a:cubicBezTo>
                <a:cubicBezTo>
                  <a:pt x="1278580" y="-14828"/>
                  <a:pt x="1181944" y="2075"/>
                  <a:pt x="925830" y="15240"/>
                </a:cubicBezTo>
                <a:cubicBezTo>
                  <a:pt x="669716" y="28405"/>
                  <a:pt x="410304" y="31767"/>
                  <a:pt x="0" y="15240"/>
                </a:cubicBezTo>
                <a:cubicBezTo>
                  <a:pt x="151" y="8290"/>
                  <a:pt x="-277" y="5563"/>
                  <a:pt x="0" y="0"/>
                </a:cubicBezTo>
                <a:close/>
              </a:path>
              <a:path w="3429000" h="15240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120" y="5894"/>
                  <a:pt x="3428447" y="9630"/>
                  <a:pt x="3429000" y="15240"/>
                </a:cubicBezTo>
                <a:cubicBezTo>
                  <a:pt x="3103464" y="-2455"/>
                  <a:pt x="2887909" y="19892"/>
                  <a:pt x="2743200" y="15240"/>
                </a:cubicBezTo>
                <a:cubicBezTo>
                  <a:pt x="2598491" y="10588"/>
                  <a:pt x="2362615" y="7608"/>
                  <a:pt x="1988820" y="15240"/>
                </a:cubicBezTo>
                <a:cubicBezTo>
                  <a:pt x="1615025" y="22872"/>
                  <a:pt x="1580494" y="645"/>
                  <a:pt x="1405890" y="15240"/>
                </a:cubicBezTo>
                <a:cubicBezTo>
                  <a:pt x="1231286" y="29836"/>
                  <a:pt x="885259" y="-19333"/>
                  <a:pt x="651510" y="15240"/>
                </a:cubicBezTo>
                <a:cubicBezTo>
                  <a:pt x="417761" y="49813"/>
                  <a:pt x="138362" y="-16904"/>
                  <a:pt x="0" y="15240"/>
                </a:cubicBezTo>
                <a:cubicBezTo>
                  <a:pt x="-628" y="8463"/>
                  <a:pt x="-538" y="633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11. Scalars, Arrays, Vectors, Matrices, and Tensors - Deep Learning Bible -  1. from Scratch - Eng.">
            <a:extLst>
              <a:ext uri="{FF2B5EF4-FFF2-40B4-BE49-F238E27FC236}">
                <a16:creationId xmlns:a16="http://schemas.microsoft.com/office/drawing/2014/main" id="{8CE184A2-1C4F-5DB8-02C4-288B7D9F1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0673" y="2194560"/>
            <a:ext cx="8600367" cy="2988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13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C63E7C-7B7E-0F60-F4E1-A79D40A1E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347980"/>
            <a:ext cx="8182230" cy="10411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Funciones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como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grafos</a:t>
            </a: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444545"/>
            <a:ext cx="3429000" cy="15240"/>
          </a:xfrm>
          <a:custGeom>
            <a:avLst/>
            <a:gdLst>
              <a:gd name="csX0" fmla="*/ 0 w 3429000"/>
              <a:gd name="csY0" fmla="*/ 0 h 15240"/>
              <a:gd name="csX1" fmla="*/ 685800 w 3429000"/>
              <a:gd name="csY1" fmla="*/ 0 h 15240"/>
              <a:gd name="csX2" fmla="*/ 1371600 w 3429000"/>
              <a:gd name="csY2" fmla="*/ 0 h 15240"/>
              <a:gd name="csX3" fmla="*/ 2057400 w 3429000"/>
              <a:gd name="csY3" fmla="*/ 0 h 15240"/>
              <a:gd name="csX4" fmla="*/ 2674620 w 3429000"/>
              <a:gd name="csY4" fmla="*/ 0 h 15240"/>
              <a:gd name="csX5" fmla="*/ 3429000 w 3429000"/>
              <a:gd name="csY5" fmla="*/ 0 h 15240"/>
              <a:gd name="csX6" fmla="*/ 3429000 w 3429000"/>
              <a:gd name="csY6" fmla="*/ 15240 h 15240"/>
              <a:gd name="csX7" fmla="*/ 2811780 w 3429000"/>
              <a:gd name="csY7" fmla="*/ 15240 h 15240"/>
              <a:gd name="csX8" fmla="*/ 2228850 w 3429000"/>
              <a:gd name="csY8" fmla="*/ 15240 h 15240"/>
              <a:gd name="csX9" fmla="*/ 1543050 w 3429000"/>
              <a:gd name="csY9" fmla="*/ 15240 h 15240"/>
              <a:gd name="csX10" fmla="*/ 925830 w 3429000"/>
              <a:gd name="csY10" fmla="*/ 15240 h 15240"/>
              <a:gd name="csX11" fmla="*/ 0 w 3429000"/>
              <a:gd name="csY11" fmla="*/ 15240 h 15240"/>
              <a:gd name="csX12" fmla="*/ 0 w 3429000"/>
              <a:gd name="csY12" fmla="*/ 0 h 15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5240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8985" y="7298"/>
                  <a:pt x="3428935" y="8153"/>
                  <a:pt x="3429000" y="15240"/>
                </a:cubicBezTo>
                <a:cubicBezTo>
                  <a:pt x="3221081" y="45560"/>
                  <a:pt x="3088001" y="5018"/>
                  <a:pt x="2811780" y="15240"/>
                </a:cubicBezTo>
                <a:cubicBezTo>
                  <a:pt x="2535559" y="25462"/>
                  <a:pt x="2481355" y="21850"/>
                  <a:pt x="2228850" y="15240"/>
                </a:cubicBezTo>
                <a:cubicBezTo>
                  <a:pt x="1976345" y="8631"/>
                  <a:pt x="1807520" y="45308"/>
                  <a:pt x="1543050" y="15240"/>
                </a:cubicBezTo>
                <a:cubicBezTo>
                  <a:pt x="1278580" y="-14828"/>
                  <a:pt x="1181944" y="2075"/>
                  <a:pt x="925830" y="15240"/>
                </a:cubicBezTo>
                <a:cubicBezTo>
                  <a:pt x="669716" y="28405"/>
                  <a:pt x="410304" y="31767"/>
                  <a:pt x="0" y="15240"/>
                </a:cubicBezTo>
                <a:cubicBezTo>
                  <a:pt x="151" y="8290"/>
                  <a:pt x="-277" y="5563"/>
                  <a:pt x="0" y="0"/>
                </a:cubicBezTo>
                <a:close/>
              </a:path>
              <a:path w="3429000" h="15240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120" y="5894"/>
                  <a:pt x="3428447" y="9630"/>
                  <a:pt x="3429000" y="15240"/>
                </a:cubicBezTo>
                <a:cubicBezTo>
                  <a:pt x="3103464" y="-2455"/>
                  <a:pt x="2887909" y="19892"/>
                  <a:pt x="2743200" y="15240"/>
                </a:cubicBezTo>
                <a:cubicBezTo>
                  <a:pt x="2598491" y="10588"/>
                  <a:pt x="2362615" y="7608"/>
                  <a:pt x="1988820" y="15240"/>
                </a:cubicBezTo>
                <a:cubicBezTo>
                  <a:pt x="1615025" y="22872"/>
                  <a:pt x="1580494" y="645"/>
                  <a:pt x="1405890" y="15240"/>
                </a:cubicBezTo>
                <a:cubicBezTo>
                  <a:pt x="1231286" y="29836"/>
                  <a:pt x="885259" y="-19333"/>
                  <a:pt x="651510" y="15240"/>
                </a:cubicBezTo>
                <a:cubicBezTo>
                  <a:pt x="417761" y="49813"/>
                  <a:pt x="138362" y="-16904"/>
                  <a:pt x="0" y="15240"/>
                </a:cubicBezTo>
                <a:cubicBezTo>
                  <a:pt x="-628" y="8463"/>
                  <a:pt x="-538" y="633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1F504AB-E770-4A9D-6306-8E2EEE7A2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760" y="2194560"/>
            <a:ext cx="7504194" cy="298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68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077CA9-AAE0-5611-3CC0-C5A7D72DA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21202E-F6E8-91FB-5DEF-415C6AF1E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347980"/>
            <a:ext cx="8182230" cy="10411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Bloques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básicos</a:t>
            </a: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444545"/>
            <a:ext cx="3429000" cy="15240"/>
          </a:xfrm>
          <a:custGeom>
            <a:avLst/>
            <a:gdLst>
              <a:gd name="csX0" fmla="*/ 0 w 3429000"/>
              <a:gd name="csY0" fmla="*/ 0 h 15240"/>
              <a:gd name="csX1" fmla="*/ 685800 w 3429000"/>
              <a:gd name="csY1" fmla="*/ 0 h 15240"/>
              <a:gd name="csX2" fmla="*/ 1371600 w 3429000"/>
              <a:gd name="csY2" fmla="*/ 0 h 15240"/>
              <a:gd name="csX3" fmla="*/ 2057400 w 3429000"/>
              <a:gd name="csY3" fmla="*/ 0 h 15240"/>
              <a:gd name="csX4" fmla="*/ 2674620 w 3429000"/>
              <a:gd name="csY4" fmla="*/ 0 h 15240"/>
              <a:gd name="csX5" fmla="*/ 3429000 w 3429000"/>
              <a:gd name="csY5" fmla="*/ 0 h 15240"/>
              <a:gd name="csX6" fmla="*/ 3429000 w 3429000"/>
              <a:gd name="csY6" fmla="*/ 15240 h 15240"/>
              <a:gd name="csX7" fmla="*/ 2811780 w 3429000"/>
              <a:gd name="csY7" fmla="*/ 15240 h 15240"/>
              <a:gd name="csX8" fmla="*/ 2228850 w 3429000"/>
              <a:gd name="csY8" fmla="*/ 15240 h 15240"/>
              <a:gd name="csX9" fmla="*/ 1543050 w 3429000"/>
              <a:gd name="csY9" fmla="*/ 15240 h 15240"/>
              <a:gd name="csX10" fmla="*/ 925830 w 3429000"/>
              <a:gd name="csY10" fmla="*/ 15240 h 15240"/>
              <a:gd name="csX11" fmla="*/ 0 w 3429000"/>
              <a:gd name="csY11" fmla="*/ 15240 h 15240"/>
              <a:gd name="csX12" fmla="*/ 0 w 3429000"/>
              <a:gd name="csY12" fmla="*/ 0 h 15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5240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8985" y="7298"/>
                  <a:pt x="3428935" y="8153"/>
                  <a:pt x="3429000" y="15240"/>
                </a:cubicBezTo>
                <a:cubicBezTo>
                  <a:pt x="3221081" y="45560"/>
                  <a:pt x="3088001" y="5018"/>
                  <a:pt x="2811780" y="15240"/>
                </a:cubicBezTo>
                <a:cubicBezTo>
                  <a:pt x="2535559" y="25462"/>
                  <a:pt x="2481355" y="21850"/>
                  <a:pt x="2228850" y="15240"/>
                </a:cubicBezTo>
                <a:cubicBezTo>
                  <a:pt x="1976345" y="8631"/>
                  <a:pt x="1807520" y="45308"/>
                  <a:pt x="1543050" y="15240"/>
                </a:cubicBezTo>
                <a:cubicBezTo>
                  <a:pt x="1278580" y="-14828"/>
                  <a:pt x="1181944" y="2075"/>
                  <a:pt x="925830" y="15240"/>
                </a:cubicBezTo>
                <a:cubicBezTo>
                  <a:pt x="669716" y="28405"/>
                  <a:pt x="410304" y="31767"/>
                  <a:pt x="0" y="15240"/>
                </a:cubicBezTo>
                <a:cubicBezTo>
                  <a:pt x="151" y="8290"/>
                  <a:pt x="-277" y="5563"/>
                  <a:pt x="0" y="0"/>
                </a:cubicBezTo>
                <a:close/>
              </a:path>
              <a:path w="3429000" h="15240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120" y="5894"/>
                  <a:pt x="3428447" y="9630"/>
                  <a:pt x="3429000" y="15240"/>
                </a:cubicBezTo>
                <a:cubicBezTo>
                  <a:pt x="3103464" y="-2455"/>
                  <a:pt x="2887909" y="19892"/>
                  <a:pt x="2743200" y="15240"/>
                </a:cubicBezTo>
                <a:cubicBezTo>
                  <a:pt x="2598491" y="10588"/>
                  <a:pt x="2362615" y="7608"/>
                  <a:pt x="1988820" y="15240"/>
                </a:cubicBezTo>
                <a:cubicBezTo>
                  <a:pt x="1615025" y="22872"/>
                  <a:pt x="1580494" y="645"/>
                  <a:pt x="1405890" y="15240"/>
                </a:cubicBezTo>
                <a:cubicBezTo>
                  <a:pt x="1231286" y="29836"/>
                  <a:pt x="885259" y="-19333"/>
                  <a:pt x="651510" y="15240"/>
                </a:cubicBezTo>
                <a:cubicBezTo>
                  <a:pt x="417761" y="49813"/>
                  <a:pt x="138362" y="-16904"/>
                  <a:pt x="0" y="15240"/>
                </a:cubicBezTo>
                <a:cubicBezTo>
                  <a:pt x="-628" y="8463"/>
                  <a:pt x="-538" y="633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62158C9-ABCF-D95C-1B9F-7EE8ABB50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318" y="1629489"/>
            <a:ext cx="6333364" cy="385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374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03DACB-7CE4-2AED-7CC7-A0C81F530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FAC2395-22EA-EA1E-6A36-4F99EAAC4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381000"/>
            <a:ext cx="8182230" cy="114051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3400" dirty="0" err="1"/>
              <a:t>Composición</a:t>
            </a:r>
            <a:r>
              <a:rPr lang="en-US" sz="3400" dirty="0"/>
              <a:t> de </a:t>
            </a:r>
            <a:r>
              <a:rPr lang="en-US" sz="3400" dirty="0" err="1"/>
              <a:t>tensores</a:t>
            </a:r>
            <a:endParaRPr lang="en-US" sz="3400" dirty="0"/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542235"/>
            <a:ext cx="2468880" cy="15240"/>
          </a:xfrm>
          <a:custGeom>
            <a:avLst/>
            <a:gdLst>
              <a:gd name="csX0" fmla="*/ 0 w 2468880"/>
              <a:gd name="csY0" fmla="*/ 0 h 15240"/>
              <a:gd name="csX1" fmla="*/ 592531 w 2468880"/>
              <a:gd name="csY1" fmla="*/ 0 h 15240"/>
              <a:gd name="csX2" fmla="*/ 1160374 w 2468880"/>
              <a:gd name="csY2" fmla="*/ 0 h 15240"/>
              <a:gd name="csX3" fmla="*/ 1728216 w 2468880"/>
              <a:gd name="csY3" fmla="*/ 0 h 15240"/>
              <a:gd name="csX4" fmla="*/ 2468880 w 2468880"/>
              <a:gd name="csY4" fmla="*/ 0 h 15240"/>
              <a:gd name="csX5" fmla="*/ 2468880 w 2468880"/>
              <a:gd name="csY5" fmla="*/ 15240 h 15240"/>
              <a:gd name="csX6" fmla="*/ 1802282 w 2468880"/>
              <a:gd name="csY6" fmla="*/ 15240 h 15240"/>
              <a:gd name="csX7" fmla="*/ 1209751 w 2468880"/>
              <a:gd name="csY7" fmla="*/ 15240 h 15240"/>
              <a:gd name="csX8" fmla="*/ 641909 w 2468880"/>
              <a:gd name="csY8" fmla="*/ 15240 h 15240"/>
              <a:gd name="csX9" fmla="*/ 0 w 2468880"/>
              <a:gd name="csY9" fmla="*/ 15240 h 15240"/>
              <a:gd name="csX10" fmla="*/ 0 w 2468880"/>
              <a:gd name="csY10" fmla="*/ 0 h 15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68880" h="15240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759" y="5283"/>
                  <a:pt x="2469481" y="11451"/>
                  <a:pt x="2468880" y="15240"/>
                </a:cubicBezTo>
                <a:cubicBezTo>
                  <a:pt x="2229297" y="-17707"/>
                  <a:pt x="2066775" y="27205"/>
                  <a:pt x="1802282" y="15240"/>
                </a:cubicBezTo>
                <a:cubicBezTo>
                  <a:pt x="1537789" y="3275"/>
                  <a:pt x="1379930" y="19218"/>
                  <a:pt x="1209751" y="15240"/>
                </a:cubicBezTo>
                <a:cubicBezTo>
                  <a:pt x="1039572" y="11262"/>
                  <a:pt x="837025" y="9802"/>
                  <a:pt x="641909" y="15240"/>
                </a:cubicBezTo>
                <a:cubicBezTo>
                  <a:pt x="446793" y="20678"/>
                  <a:pt x="170561" y="15424"/>
                  <a:pt x="0" y="15240"/>
                </a:cubicBezTo>
                <a:cubicBezTo>
                  <a:pt x="79" y="11201"/>
                  <a:pt x="341" y="4822"/>
                  <a:pt x="0" y="0"/>
                </a:cubicBezTo>
                <a:close/>
              </a:path>
              <a:path w="2468880" h="15240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9638" y="5061"/>
                  <a:pt x="2468317" y="8568"/>
                  <a:pt x="2468880" y="15240"/>
                </a:cubicBezTo>
                <a:cubicBezTo>
                  <a:pt x="2271330" y="33551"/>
                  <a:pt x="2001027" y="28506"/>
                  <a:pt x="1876349" y="15240"/>
                </a:cubicBezTo>
                <a:cubicBezTo>
                  <a:pt x="1751671" y="1974"/>
                  <a:pt x="1364652" y="12015"/>
                  <a:pt x="1209751" y="15240"/>
                </a:cubicBezTo>
                <a:cubicBezTo>
                  <a:pt x="1054850" y="18465"/>
                  <a:pt x="748438" y="17026"/>
                  <a:pt x="617220" y="15240"/>
                </a:cubicBezTo>
                <a:cubicBezTo>
                  <a:pt x="486002" y="13454"/>
                  <a:pt x="237432" y="24152"/>
                  <a:pt x="0" y="15240"/>
                </a:cubicBezTo>
                <a:cubicBezTo>
                  <a:pt x="-335" y="10459"/>
                  <a:pt x="-77" y="438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19D5B73-E0D4-55F8-DF7A-0E0805189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082" y="1437811"/>
            <a:ext cx="1379506" cy="413852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DE1B876-0607-8E4F-68DF-A790962F9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670" y="2857500"/>
            <a:ext cx="4387362" cy="58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60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CC86EF-8F1E-C86B-BECE-D5124B6F1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DEFE42-D789-2FE2-1194-6CABF8EC8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1" y="532660"/>
            <a:ext cx="1929931" cy="29779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Una red simple (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una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capa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occulta)</a:t>
            </a:r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3674389"/>
            <a:ext cx="2441321" cy="15240"/>
          </a:xfrm>
          <a:custGeom>
            <a:avLst/>
            <a:gdLst>
              <a:gd name="csX0" fmla="*/ 0 w 2441321"/>
              <a:gd name="csY0" fmla="*/ 0 h 15240"/>
              <a:gd name="csX1" fmla="*/ 585917 w 2441321"/>
              <a:gd name="csY1" fmla="*/ 0 h 15240"/>
              <a:gd name="csX2" fmla="*/ 1196247 w 2441321"/>
              <a:gd name="csY2" fmla="*/ 0 h 15240"/>
              <a:gd name="csX3" fmla="*/ 1806578 w 2441321"/>
              <a:gd name="csY3" fmla="*/ 0 h 15240"/>
              <a:gd name="csX4" fmla="*/ 2441321 w 2441321"/>
              <a:gd name="csY4" fmla="*/ 0 h 15240"/>
              <a:gd name="csX5" fmla="*/ 2441321 w 2441321"/>
              <a:gd name="csY5" fmla="*/ 15240 h 15240"/>
              <a:gd name="csX6" fmla="*/ 1830991 w 2441321"/>
              <a:gd name="csY6" fmla="*/ 15240 h 15240"/>
              <a:gd name="csX7" fmla="*/ 1269487 w 2441321"/>
              <a:gd name="csY7" fmla="*/ 15240 h 15240"/>
              <a:gd name="csX8" fmla="*/ 707983 w 2441321"/>
              <a:gd name="csY8" fmla="*/ 15240 h 15240"/>
              <a:gd name="csX9" fmla="*/ 0 w 2441321"/>
              <a:gd name="csY9" fmla="*/ 15240 h 15240"/>
              <a:gd name="csX10" fmla="*/ 0 w 2441321"/>
              <a:gd name="csY10" fmla="*/ 0 h 15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5240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0710" y="5101"/>
                  <a:pt x="2441199" y="12169"/>
                  <a:pt x="2441321" y="15240"/>
                </a:cubicBezTo>
                <a:cubicBezTo>
                  <a:pt x="2169723" y="27458"/>
                  <a:pt x="2045712" y="36092"/>
                  <a:pt x="1830991" y="15240"/>
                </a:cubicBezTo>
                <a:cubicBezTo>
                  <a:pt x="1616270" y="-5612"/>
                  <a:pt x="1505876" y="901"/>
                  <a:pt x="1269487" y="15240"/>
                </a:cubicBezTo>
                <a:cubicBezTo>
                  <a:pt x="1033098" y="29579"/>
                  <a:pt x="908661" y="38143"/>
                  <a:pt x="707983" y="15240"/>
                </a:cubicBezTo>
                <a:cubicBezTo>
                  <a:pt x="507305" y="-7663"/>
                  <a:pt x="333592" y="17711"/>
                  <a:pt x="0" y="15240"/>
                </a:cubicBezTo>
                <a:cubicBezTo>
                  <a:pt x="379" y="10256"/>
                  <a:pt x="723" y="7516"/>
                  <a:pt x="0" y="0"/>
                </a:cubicBezTo>
                <a:close/>
              </a:path>
              <a:path w="2441321" h="15240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278" y="5591"/>
                  <a:pt x="2441703" y="8968"/>
                  <a:pt x="2441321" y="15240"/>
                </a:cubicBezTo>
                <a:cubicBezTo>
                  <a:pt x="2166745" y="25725"/>
                  <a:pt x="2078726" y="12428"/>
                  <a:pt x="1879817" y="15240"/>
                </a:cubicBezTo>
                <a:cubicBezTo>
                  <a:pt x="1680908" y="18052"/>
                  <a:pt x="1548770" y="-7175"/>
                  <a:pt x="1318313" y="15240"/>
                </a:cubicBezTo>
                <a:cubicBezTo>
                  <a:pt x="1087856" y="37655"/>
                  <a:pt x="894613" y="879"/>
                  <a:pt x="659157" y="15240"/>
                </a:cubicBezTo>
                <a:cubicBezTo>
                  <a:pt x="423701" y="29601"/>
                  <a:pt x="246611" y="30927"/>
                  <a:pt x="0" y="15240"/>
                </a:cubicBezTo>
                <a:cubicBezTo>
                  <a:pt x="-196" y="8815"/>
                  <a:pt x="-164" y="506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98711ED-57B8-241C-6E52-E6DC9B9A1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873" y="-2346"/>
            <a:ext cx="3033345" cy="571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9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A3BBB0-D7DA-1A20-631B-22A945A16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i="1" dirty="0"/>
              <a:t>B-</a:t>
            </a:r>
            <a:r>
              <a:rPr lang="es-ES_tradnl" i="1" dirty="0" err="1"/>
              <a:t>prop</a:t>
            </a:r>
            <a:r>
              <a:rPr lang="es-ES_tradnl" dirty="0"/>
              <a:t> usando grafos computacionales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5551AFC-2397-451F-2D27-C57CD58B7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032" y="1214036"/>
            <a:ext cx="4837855" cy="419669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E600C35-1C58-E14B-16CC-12C2807A6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27" y="1722346"/>
            <a:ext cx="3538904" cy="157734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7ECCB8B-DA72-B7A7-489C-9029C3174F1A}"/>
              </a:ext>
            </a:extLst>
          </p:cNvPr>
          <p:cNvSpPr txBox="1"/>
          <p:nvPr/>
        </p:nvSpPr>
        <p:spPr>
          <a:xfrm>
            <a:off x="540727" y="3701619"/>
            <a:ext cx="4182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s-ES_tradnl" sz="1200" b="1" i="1" dirty="0"/>
              <a:t>Forward </a:t>
            </a:r>
            <a:r>
              <a:rPr lang="es-ES_tradnl" sz="1200" b="1" i="1" dirty="0" err="1"/>
              <a:t>pass</a:t>
            </a:r>
            <a:r>
              <a:rPr lang="es-ES_tradnl" sz="1200" b="1" i="1" dirty="0"/>
              <a:t>:</a:t>
            </a:r>
          </a:p>
          <a:p>
            <a:r>
              <a:rPr lang="es-ES_tradnl" sz="1200" dirty="0"/>
              <a:t>Calcula y guarda cada activación (de hojas a raíz)</a:t>
            </a:r>
          </a:p>
          <a:p>
            <a:endParaRPr lang="es-ES_tradnl" sz="1200" dirty="0"/>
          </a:p>
          <a:p>
            <a:pPr marL="285750" indent="-285750">
              <a:buFont typeface="Wingdings" pitchFamily="2" charset="2"/>
              <a:buChar char="q"/>
            </a:pPr>
            <a:r>
              <a:rPr lang="es-ES_tradnl" sz="1200" b="1" i="1" dirty="0" err="1"/>
              <a:t>Backward</a:t>
            </a:r>
            <a:r>
              <a:rPr lang="es-ES_tradnl" sz="1200" b="1" i="1" dirty="0"/>
              <a:t> </a:t>
            </a:r>
            <a:r>
              <a:rPr lang="es-ES_tradnl" sz="1200" b="1" i="1" dirty="0" err="1"/>
              <a:t>pass</a:t>
            </a:r>
            <a:r>
              <a:rPr lang="es-ES_tradnl" sz="1200" b="1" i="1" dirty="0"/>
              <a:t>:</a:t>
            </a:r>
          </a:p>
          <a:p>
            <a:r>
              <a:rPr lang="es-ES_tradnl" sz="1200" dirty="0"/>
              <a:t>Calcula los gradientes (de la raíz a las hojas)</a:t>
            </a:r>
          </a:p>
        </p:txBody>
      </p:sp>
    </p:spTree>
    <p:extLst>
      <p:ext uri="{BB962C8B-B14F-4D97-AF65-F5344CB8AC3E}">
        <p14:creationId xmlns:p14="http://schemas.microsoft.com/office/powerpoint/2010/main" val="670514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0A505-C231-ACE2-5110-5C578E9B2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Plataformas para aprendizaje profundo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47666D2-2803-DECD-7A77-DAEC94C94C0B}"/>
              </a:ext>
            </a:extLst>
          </p:cNvPr>
          <p:cNvSpPr/>
          <p:nvPr/>
        </p:nvSpPr>
        <p:spPr>
          <a:xfrm>
            <a:off x="1143000" y="3292721"/>
            <a:ext cx="8001000" cy="79131"/>
          </a:xfrm>
          <a:prstGeom prst="rect">
            <a:avLst/>
          </a:prstGeom>
          <a:solidFill>
            <a:srgbClr val="EF98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18D1137-50A6-6333-1016-F12879A1908D}"/>
              </a:ext>
            </a:extLst>
          </p:cNvPr>
          <p:cNvSpPr/>
          <p:nvPr/>
        </p:nvSpPr>
        <p:spPr>
          <a:xfrm>
            <a:off x="1143000" y="3223701"/>
            <a:ext cx="228600" cy="217170"/>
          </a:xfrm>
          <a:prstGeom prst="ellipse">
            <a:avLst/>
          </a:prstGeom>
          <a:solidFill>
            <a:srgbClr val="C78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56E6A720-15A5-A736-5A05-E6F210F2E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841" y="3876039"/>
            <a:ext cx="680915" cy="68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4A65A8D-FB59-B32E-37CE-81BC676EC0F2}"/>
              </a:ext>
            </a:extLst>
          </p:cNvPr>
          <p:cNvSpPr txBox="1"/>
          <p:nvPr/>
        </p:nvSpPr>
        <p:spPr>
          <a:xfrm>
            <a:off x="916841" y="2935780"/>
            <a:ext cx="79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2002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F055302-BD06-7ADD-EA7E-0A37BD391F36}"/>
              </a:ext>
            </a:extLst>
          </p:cNvPr>
          <p:cNvSpPr txBox="1"/>
          <p:nvPr/>
        </p:nvSpPr>
        <p:spPr>
          <a:xfrm>
            <a:off x="889998" y="3490548"/>
            <a:ext cx="7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/>
              <a:t>torch</a:t>
            </a:r>
            <a:endParaRPr lang="es-ES_tradn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48F3D34-4762-9644-FEFA-CBE6469A1991}"/>
              </a:ext>
            </a:extLst>
          </p:cNvPr>
          <p:cNvSpPr txBox="1"/>
          <p:nvPr/>
        </p:nvSpPr>
        <p:spPr>
          <a:xfrm>
            <a:off x="770626" y="4602029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/>
              <a:t>2002 – 2017</a:t>
            </a:r>
          </a:p>
        </p:txBody>
      </p:sp>
      <p:pic>
        <p:nvPicPr>
          <p:cNvPr id="3080" name="Picture 8" descr="theano-logo - CoQube Analytics and Services">
            <a:extLst>
              <a:ext uri="{FF2B5EF4-FFF2-40B4-BE49-F238E27FC236}">
                <a16:creationId xmlns:a16="http://schemas.microsoft.com/office/drawing/2014/main" id="{A9826BBE-D0FE-3F88-2EAC-BA16139BA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820" y="3612515"/>
            <a:ext cx="1263649" cy="443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9E6EF5D2-E5F0-D18C-BC55-C46158F33E27}"/>
              </a:ext>
            </a:extLst>
          </p:cNvPr>
          <p:cNvSpPr/>
          <p:nvPr/>
        </p:nvSpPr>
        <p:spPr>
          <a:xfrm>
            <a:off x="1969009" y="3223702"/>
            <a:ext cx="228600" cy="217170"/>
          </a:xfrm>
          <a:prstGeom prst="ellipse">
            <a:avLst/>
          </a:prstGeom>
          <a:solidFill>
            <a:srgbClr val="C78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C44B1E8F-31DD-849F-9B2F-146960775753}"/>
              </a:ext>
            </a:extLst>
          </p:cNvPr>
          <p:cNvSpPr/>
          <p:nvPr/>
        </p:nvSpPr>
        <p:spPr>
          <a:xfrm>
            <a:off x="2795018" y="3225461"/>
            <a:ext cx="228600" cy="217170"/>
          </a:xfrm>
          <a:prstGeom prst="ellipse">
            <a:avLst/>
          </a:prstGeom>
          <a:solidFill>
            <a:srgbClr val="C78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66A82DA7-D5D5-9246-4C44-3EBC53EB832A}"/>
              </a:ext>
            </a:extLst>
          </p:cNvPr>
          <p:cNvSpPr/>
          <p:nvPr/>
        </p:nvSpPr>
        <p:spPr>
          <a:xfrm>
            <a:off x="3621027" y="3225461"/>
            <a:ext cx="228600" cy="217170"/>
          </a:xfrm>
          <a:prstGeom prst="ellipse">
            <a:avLst/>
          </a:prstGeom>
          <a:solidFill>
            <a:srgbClr val="C78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B3918A75-96CD-0E6B-3EE2-6A327017A626}"/>
              </a:ext>
            </a:extLst>
          </p:cNvPr>
          <p:cNvSpPr/>
          <p:nvPr/>
        </p:nvSpPr>
        <p:spPr>
          <a:xfrm>
            <a:off x="4447036" y="3223701"/>
            <a:ext cx="228600" cy="217170"/>
          </a:xfrm>
          <a:prstGeom prst="ellipse">
            <a:avLst/>
          </a:prstGeom>
          <a:solidFill>
            <a:srgbClr val="C78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081E0E2-9BB0-BCC4-B22F-C5411587D3C3}"/>
              </a:ext>
            </a:extLst>
          </p:cNvPr>
          <p:cNvSpPr txBox="1"/>
          <p:nvPr/>
        </p:nvSpPr>
        <p:spPr>
          <a:xfrm>
            <a:off x="1743969" y="2937152"/>
            <a:ext cx="79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2003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C5569A9-A33E-ED2D-0063-02FBBFD916F6}"/>
              </a:ext>
            </a:extLst>
          </p:cNvPr>
          <p:cNvSpPr txBox="1"/>
          <p:nvPr/>
        </p:nvSpPr>
        <p:spPr>
          <a:xfrm>
            <a:off x="2528371" y="2935780"/>
            <a:ext cx="79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2004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BC47D21-0E03-A64D-C53F-EAF864DE2353}"/>
              </a:ext>
            </a:extLst>
          </p:cNvPr>
          <p:cNvSpPr txBox="1"/>
          <p:nvPr/>
        </p:nvSpPr>
        <p:spPr>
          <a:xfrm>
            <a:off x="3355499" y="2923369"/>
            <a:ext cx="79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2005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E25A90B-0392-F4EB-5F7E-C4EA02873FE3}"/>
              </a:ext>
            </a:extLst>
          </p:cNvPr>
          <p:cNvSpPr txBox="1"/>
          <p:nvPr/>
        </p:nvSpPr>
        <p:spPr>
          <a:xfrm>
            <a:off x="4139901" y="2923369"/>
            <a:ext cx="79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2006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12D2166-0FD2-765B-EB72-BFD2CF69F7AD}"/>
              </a:ext>
            </a:extLst>
          </p:cNvPr>
          <p:cNvSpPr/>
          <p:nvPr/>
        </p:nvSpPr>
        <p:spPr>
          <a:xfrm>
            <a:off x="5273045" y="3223701"/>
            <a:ext cx="228600" cy="217170"/>
          </a:xfrm>
          <a:prstGeom prst="ellipse">
            <a:avLst/>
          </a:prstGeom>
          <a:solidFill>
            <a:srgbClr val="C78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E24D404-43DB-C71C-FA66-726B42FD3EEB}"/>
              </a:ext>
            </a:extLst>
          </p:cNvPr>
          <p:cNvSpPr txBox="1"/>
          <p:nvPr/>
        </p:nvSpPr>
        <p:spPr>
          <a:xfrm>
            <a:off x="5014972" y="4077996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/>
              <a:t>2007 – 2017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C90E015-A788-968F-BE6D-CDB5F05B73D1}"/>
              </a:ext>
            </a:extLst>
          </p:cNvPr>
          <p:cNvSpPr txBox="1"/>
          <p:nvPr/>
        </p:nvSpPr>
        <p:spPr>
          <a:xfrm>
            <a:off x="4933853" y="2943149"/>
            <a:ext cx="79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2007</a:t>
            </a:r>
          </a:p>
        </p:txBody>
      </p:sp>
      <p:pic>
        <p:nvPicPr>
          <p:cNvPr id="3082" name="Picture 10">
            <a:extLst>
              <a:ext uri="{FF2B5EF4-FFF2-40B4-BE49-F238E27FC236}">
                <a16:creationId xmlns:a16="http://schemas.microsoft.com/office/drawing/2014/main" id="{5EF742B1-12AC-892D-E356-DFBFC2D6C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998" y="2501117"/>
            <a:ext cx="666196" cy="193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631BD876-B10C-0A0D-E855-426EFBB98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6877" y="2295324"/>
            <a:ext cx="1115646" cy="45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Elipse 23">
            <a:extLst>
              <a:ext uri="{FF2B5EF4-FFF2-40B4-BE49-F238E27FC236}">
                <a16:creationId xmlns:a16="http://schemas.microsoft.com/office/drawing/2014/main" id="{8E4046CC-DCF5-C397-C518-CF021885B47A}"/>
              </a:ext>
            </a:extLst>
          </p:cNvPr>
          <p:cNvSpPr/>
          <p:nvPr/>
        </p:nvSpPr>
        <p:spPr>
          <a:xfrm>
            <a:off x="6096614" y="3223702"/>
            <a:ext cx="228600" cy="217170"/>
          </a:xfrm>
          <a:prstGeom prst="ellipse">
            <a:avLst/>
          </a:prstGeom>
          <a:solidFill>
            <a:srgbClr val="C78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D31546B-0A5A-4B47-791E-1C76C451A4A7}"/>
              </a:ext>
            </a:extLst>
          </p:cNvPr>
          <p:cNvSpPr txBox="1"/>
          <p:nvPr/>
        </p:nvSpPr>
        <p:spPr>
          <a:xfrm>
            <a:off x="5718255" y="2932079"/>
            <a:ext cx="79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2008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1DA586F0-8FE1-5310-FAD2-70AB8F9D7944}"/>
              </a:ext>
            </a:extLst>
          </p:cNvPr>
          <p:cNvSpPr/>
          <p:nvPr/>
        </p:nvSpPr>
        <p:spPr>
          <a:xfrm>
            <a:off x="6904006" y="3223701"/>
            <a:ext cx="228600" cy="217170"/>
          </a:xfrm>
          <a:prstGeom prst="ellipse">
            <a:avLst/>
          </a:prstGeom>
          <a:solidFill>
            <a:srgbClr val="C78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971EDCA-4638-BB3E-6D7E-0262641A3AD7}"/>
              </a:ext>
            </a:extLst>
          </p:cNvPr>
          <p:cNvSpPr txBox="1"/>
          <p:nvPr/>
        </p:nvSpPr>
        <p:spPr>
          <a:xfrm>
            <a:off x="6596871" y="2923369"/>
            <a:ext cx="79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2009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90156DA4-FB84-3899-FD06-10AF7CDF205A}"/>
              </a:ext>
            </a:extLst>
          </p:cNvPr>
          <p:cNvSpPr/>
          <p:nvPr/>
        </p:nvSpPr>
        <p:spPr>
          <a:xfrm>
            <a:off x="7730015" y="3223701"/>
            <a:ext cx="228600" cy="217170"/>
          </a:xfrm>
          <a:prstGeom prst="ellipse">
            <a:avLst/>
          </a:prstGeom>
          <a:solidFill>
            <a:srgbClr val="C78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232C67A-EF69-E279-0AA0-782E326ECFD9}"/>
              </a:ext>
            </a:extLst>
          </p:cNvPr>
          <p:cNvSpPr txBox="1"/>
          <p:nvPr/>
        </p:nvSpPr>
        <p:spPr>
          <a:xfrm>
            <a:off x="7390823" y="2943149"/>
            <a:ext cx="79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2010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99DC4C44-A023-059D-6639-679507B1D012}"/>
              </a:ext>
            </a:extLst>
          </p:cNvPr>
          <p:cNvSpPr/>
          <p:nvPr/>
        </p:nvSpPr>
        <p:spPr>
          <a:xfrm>
            <a:off x="8553584" y="3223702"/>
            <a:ext cx="228600" cy="217170"/>
          </a:xfrm>
          <a:prstGeom prst="ellipse">
            <a:avLst/>
          </a:prstGeom>
          <a:solidFill>
            <a:srgbClr val="C78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562138D-F066-1A1E-1BA5-65B2DFCC6046}"/>
              </a:ext>
            </a:extLst>
          </p:cNvPr>
          <p:cNvSpPr txBox="1"/>
          <p:nvPr/>
        </p:nvSpPr>
        <p:spPr>
          <a:xfrm>
            <a:off x="8175225" y="2932079"/>
            <a:ext cx="79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2011</a:t>
            </a:r>
          </a:p>
        </p:txBody>
      </p:sp>
    </p:spTree>
    <p:extLst>
      <p:ext uri="{BB962C8B-B14F-4D97-AF65-F5344CB8AC3E}">
        <p14:creationId xmlns:p14="http://schemas.microsoft.com/office/powerpoint/2010/main" val="633239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37313-7985-10AD-AEB6-3FFBA3E11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A9ACC4-DAB2-C19A-EE98-DDF074E3D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Frameworks</a:t>
            </a:r>
            <a:r>
              <a:rPr lang="es-ES_tradnl" dirty="0"/>
              <a:t> para aprendizaje profundo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50EC0F4-4EA4-86C0-9DF7-1BC1457A69ED}"/>
              </a:ext>
            </a:extLst>
          </p:cNvPr>
          <p:cNvSpPr/>
          <p:nvPr/>
        </p:nvSpPr>
        <p:spPr>
          <a:xfrm>
            <a:off x="4" y="3292721"/>
            <a:ext cx="8001000" cy="79131"/>
          </a:xfrm>
          <a:prstGeom prst="rect">
            <a:avLst/>
          </a:prstGeom>
          <a:solidFill>
            <a:srgbClr val="EF98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4A78378-EDDC-4783-BE45-B7B2844EC82F}"/>
              </a:ext>
            </a:extLst>
          </p:cNvPr>
          <p:cNvSpPr/>
          <p:nvPr/>
        </p:nvSpPr>
        <p:spPr>
          <a:xfrm>
            <a:off x="457199" y="3223701"/>
            <a:ext cx="228600" cy="217170"/>
          </a:xfrm>
          <a:prstGeom prst="ellipse">
            <a:avLst/>
          </a:prstGeom>
          <a:solidFill>
            <a:srgbClr val="C78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16EE04B-ED27-073E-16BD-39A1787B3747}"/>
              </a:ext>
            </a:extLst>
          </p:cNvPr>
          <p:cNvSpPr txBox="1"/>
          <p:nvPr/>
        </p:nvSpPr>
        <p:spPr>
          <a:xfrm>
            <a:off x="231040" y="2935780"/>
            <a:ext cx="79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2012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023D5E2-3A08-B65C-915C-5FB8B8B6ADC0}"/>
              </a:ext>
            </a:extLst>
          </p:cNvPr>
          <p:cNvSpPr txBox="1"/>
          <p:nvPr/>
        </p:nvSpPr>
        <p:spPr>
          <a:xfrm>
            <a:off x="878777" y="3871143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/>
              <a:t>2013 – 2017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E6728F9-D5F3-048B-F6CA-D6753EF98E9F}"/>
              </a:ext>
            </a:extLst>
          </p:cNvPr>
          <p:cNvSpPr/>
          <p:nvPr/>
        </p:nvSpPr>
        <p:spPr>
          <a:xfrm>
            <a:off x="1283208" y="3223702"/>
            <a:ext cx="228600" cy="217170"/>
          </a:xfrm>
          <a:prstGeom prst="ellipse">
            <a:avLst/>
          </a:prstGeom>
          <a:solidFill>
            <a:srgbClr val="C78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5E648354-D45C-600F-6A21-BD0CE639842F}"/>
              </a:ext>
            </a:extLst>
          </p:cNvPr>
          <p:cNvSpPr/>
          <p:nvPr/>
        </p:nvSpPr>
        <p:spPr>
          <a:xfrm>
            <a:off x="2109217" y="3225461"/>
            <a:ext cx="228600" cy="217170"/>
          </a:xfrm>
          <a:prstGeom prst="ellipse">
            <a:avLst/>
          </a:prstGeom>
          <a:solidFill>
            <a:srgbClr val="C78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8AF18645-A842-8A4E-F1F1-61DD399DB6EF}"/>
              </a:ext>
            </a:extLst>
          </p:cNvPr>
          <p:cNvSpPr/>
          <p:nvPr/>
        </p:nvSpPr>
        <p:spPr>
          <a:xfrm>
            <a:off x="2935226" y="3225461"/>
            <a:ext cx="228600" cy="217170"/>
          </a:xfrm>
          <a:prstGeom prst="ellipse">
            <a:avLst/>
          </a:prstGeom>
          <a:solidFill>
            <a:srgbClr val="C78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81A1539C-C425-A7CE-60C8-2B7CB26D3FEF}"/>
              </a:ext>
            </a:extLst>
          </p:cNvPr>
          <p:cNvSpPr/>
          <p:nvPr/>
        </p:nvSpPr>
        <p:spPr>
          <a:xfrm>
            <a:off x="3761235" y="3223701"/>
            <a:ext cx="228600" cy="217170"/>
          </a:xfrm>
          <a:prstGeom prst="ellipse">
            <a:avLst/>
          </a:prstGeom>
          <a:solidFill>
            <a:srgbClr val="C78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813A8CE-875C-35C1-B672-D1979599EAFB}"/>
              </a:ext>
            </a:extLst>
          </p:cNvPr>
          <p:cNvSpPr txBox="1"/>
          <p:nvPr/>
        </p:nvSpPr>
        <p:spPr>
          <a:xfrm>
            <a:off x="1058168" y="2937152"/>
            <a:ext cx="79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2013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8C9B37F-DD3B-8234-4770-5BE5616552F0}"/>
              </a:ext>
            </a:extLst>
          </p:cNvPr>
          <p:cNvSpPr txBox="1"/>
          <p:nvPr/>
        </p:nvSpPr>
        <p:spPr>
          <a:xfrm>
            <a:off x="1842570" y="2935780"/>
            <a:ext cx="79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2014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5A4AFC0-BC93-7CCC-718E-2062A9D236CE}"/>
              </a:ext>
            </a:extLst>
          </p:cNvPr>
          <p:cNvSpPr txBox="1"/>
          <p:nvPr/>
        </p:nvSpPr>
        <p:spPr>
          <a:xfrm>
            <a:off x="2669698" y="2923369"/>
            <a:ext cx="79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2015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8DD2251-365A-1D7B-7144-3A62706D34A0}"/>
              </a:ext>
            </a:extLst>
          </p:cNvPr>
          <p:cNvSpPr txBox="1"/>
          <p:nvPr/>
        </p:nvSpPr>
        <p:spPr>
          <a:xfrm>
            <a:off x="3454100" y="2923369"/>
            <a:ext cx="79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2016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B64E866C-9FDC-E5E0-B758-66C5C707438C}"/>
              </a:ext>
            </a:extLst>
          </p:cNvPr>
          <p:cNvSpPr/>
          <p:nvPr/>
        </p:nvSpPr>
        <p:spPr>
          <a:xfrm>
            <a:off x="4587244" y="3223701"/>
            <a:ext cx="228600" cy="217170"/>
          </a:xfrm>
          <a:prstGeom prst="ellipse">
            <a:avLst/>
          </a:prstGeom>
          <a:solidFill>
            <a:srgbClr val="C78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F399256-7CB4-E083-5F0D-BC0F55034ACB}"/>
              </a:ext>
            </a:extLst>
          </p:cNvPr>
          <p:cNvSpPr txBox="1"/>
          <p:nvPr/>
        </p:nvSpPr>
        <p:spPr>
          <a:xfrm>
            <a:off x="4229259" y="3840432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/>
              <a:t>2017 – 2018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CA85AD8-2A6C-00C9-BB23-A7D5CAD2D4E0}"/>
              </a:ext>
            </a:extLst>
          </p:cNvPr>
          <p:cNvSpPr txBox="1"/>
          <p:nvPr/>
        </p:nvSpPr>
        <p:spPr>
          <a:xfrm>
            <a:off x="4248052" y="2943149"/>
            <a:ext cx="79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2017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B749C743-E6EC-319E-496E-F675C3E15591}"/>
              </a:ext>
            </a:extLst>
          </p:cNvPr>
          <p:cNvSpPr/>
          <p:nvPr/>
        </p:nvSpPr>
        <p:spPr>
          <a:xfrm>
            <a:off x="5410813" y="3223702"/>
            <a:ext cx="228600" cy="217170"/>
          </a:xfrm>
          <a:prstGeom prst="ellipse">
            <a:avLst/>
          </a:prstGeom>
          <a:solidFill>
            <a:srgbClr val="C78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AE8E9B0-715A-BD81-4DDC-AF9CC98C2C1F}"/>
              </a:ext>
            </a:extLst>
          </p:cNvPr>
          <p:cNvSpPr txBox="1"/>
          <p:nvPr/>
        </p:nvSpPr>
        <p:spPr>
          <a:xfrm>
            <a:off x="5032454" y="2932079"/>
            <a:ext cx="79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2018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321A923-736E-AC3F-AE35-B09BD12F0AB6}"/>
              </a:ext>
            </a:extLst>
          </p:cNvPr>
          <p:cNvSpPr/>
          <p:nvPr/>
        </p:nvSpPr>
        <p:spPr>
          <a:xfrm>
            <a:off x="6218205" y="3223701"/>
            <a:ext cx="228600" cy="217170"/>
          </a:xfrm>
          <a:prstGeom prst="ellipse">
            <a:avLst/>
          </a:prstGeom>
          <a:solidFill>
            <a:srgbClr val="C78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8BCEB6C-FD62-8052-1039-8D2F5B0552D2}"/>
              </a:ext>
            </a:extLst>
          </p:cNvPr>
          <p:cNvSpPr txBox="1"/>
          <p:nvPr/>
        </p:nvSpPr>
        <p:spPr>
          <a:xfrm>
            <a:off x="5911070" y="2923369"/>
            <a:ext cx="79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2019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64F722D7-F96E-1816-FF40-1856664DF394}"/>
              </a:ext>
            </a:extLst>
          </p:cNvPr>
          <p:cNvSpPr/>
          <p:nvPr/>
        </p:nvSpPr>
        <p:spPr>
          <a:xfrm>
            <a:off x="7044214" y="3223701"/>
            <a:ext cx="228600" cy="217170"/>
          </a:xfrm>
          <a:prstGeom prst="ellipse">
            <a:avLst/>
          </a:prstGeom>
          <a:solidFill>
            <a:srgbClr val="C78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F3587F3-1124-D52A-33C9-6085FB4C5E75}"/>
              </a:ext>
            </a:extLst>
          </p:cNvPr>
          <p:cNvSpPr txBox="1"/>
          <p:nvPr/>
        </p:nvSpPr>
        <p:spPr>
          <a:xfrm>
            <a:off x="6705022" y="2943149"/>
            <a:ext cx="79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2020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CC8E9043-55C9-A22F-F350-8FAF9A40191E}"/>
              </a:ext>
            </a:extLst>
          </p:cNvPr>
          <p:cNvSpPr/>
          <p:nvPr/>
        </p:nvSpPr>
        <p:spPr>
          <a:xfrm>
            <a:off x="7867783" y="3223702"/>
            <a:ext cx="228600" cy="217170"/>
          </a:xfrm>
          <a:prstGeom prst="ellipse">
            <a:avLst/>
          </a:prstGeom>
          <a:solidFill>
            <a:srgbClr val="C78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4393496-FA93-DDAB-C756-3264ED02CA4C}"/>
              </a:ext>
            </a:extLst>
          </p:cNvPr>
          <p:cNvSpPr txBox="1"/>
          <p:nvPr/>
        </p:nvSpPr>
        <p:spPr>
          <a:xfrm>
            <a:off x="7489424" y="2932079"/>
            <a:ext cx="79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2021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0897697-2A3E-046C-E497-7671D3527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98" y="4183203"/>
            <a:ext cx="793952" cy="214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affe Definition | DeepAI">
            <a:extLst>
              <a:ext uri="{FF2B5EF4-FFF2-40B4-BE49-F238E27FC236}">
                <a16:creationId xmlns:a16="http://schemas.microsoft.com/office/drawing/2014/main" id="{B9D804C9-8E29-B321-1213-E552AD01A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57" y="3548992"/>
            <a:ext cx="627185" cy="216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34D1C04-CC5F-C0F9-8311-0A5EFBCF4DFC}"/>
              </a:ext>
            </a:extLst>
          </p:cNvPr>
          <p:cNvSpPr txBox="1"/>
          <p:nvPr/>
        </p:nvSpPr>
        <p:spPr>
          <a:xfrm>
            <a:off x="4334608" y="3534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dirty="0"/>
          </a:p>
        </p:txBody>
      </p:sp>
      <p:pic>
        <p:nvPicPr>
          <p:cNvPr id="5128" name="Picture 8" descr="Caffe2 | A New Lightweight, Modular, and Scalable Deep ...">
            <a:extLst>
              <a:ext uri="{FF2B5EF4-FFF2-40B4-BE49-F238E27FC236}">
                <a16:creationId xmlns:a16="http://schemas.microsoft.com/office/drawing/2014/main" id="{112C3E07-F7D6-E727-A0C0-67529B7CE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359" y="3444267"/>
            <a:ext cx="827144" cy="43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GitHub - deeplearning4j/deeplearning4j: Suite of tools for deploying and  training deep learning models using the JVM. Highlights include model  import for keras, tensorflow, and onnx/pytorch, a modular and tiny c++  library for">
            <a:extLst>
              <a:ext uri="{FF2B5EF4-FFF2-40B4-BE49-F238E27FC236}">
                <a16:creationId xmlns:a16="http://schemas.microsoft.com/office/drawing/2014/main" id="{B10FBFE7-585D-DAC9-08ED-CA0051BF5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962" y="1971121"/>
            <a:ext cx="1055658" cy="432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 descr="Eclipse Foundation - Wikipedia">
            <a:extLst>
              <a:ext uri="{FF2B5EF4-FFF2-40B4-BE49-F238E27FC236}">
                <a16:creationId xmlns:a16="http://schemas.microsoft.com/office/drawing/2014/main" id="{B5645CD0-CAAD-224B-76FB-7B861ABFB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637" y="1356331"/>
            <a:ext cx="1042114" cy="338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1F1DAB9-39F8-7070-F9AF-0B3257256F61}"/>
              </a:ext>
            </a:extLst>
          </p:cNvPr>
          <p:cNvSpPr txBox="1"/>
          <p:nvPr/>
        </p:nvSpPr>
        <p:spPr>
          <a:xfrm>
            <a:off x="1101119" y="1718348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/>
              <a:t>2014 – 2020</a:t>
            </a:r>
          </a:p>
        </p:txBody>
      </p:sp>
      <p:pic>
        <p:nvPicPr>
          <p:cNvPr id="5136" name="Picture 16" descr="TensorFlow logo">
            <a:extLst>
              <a:ext uri="{FF2B5EF4-FFF2-40B4-BE49-F238E27FC236}">
                <a16:creationId xmlns:a16="http://schemas.microsoft.com/office/drawing/2014/main" id="{0A393E71-B919-E947-C713-BB2862DCE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473" y="3412513"/>
            <a:ext cx="1286628" cy="824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2BF8BDB-87BE-17B2-820B-E87211E8624F}"/>
              </a:ext>
            </a:extLst>
          </p:cNvPr>
          <p:cNvCxnSpPr>
            <a:stCxn id="5132" idx="2"/>
            <a:endCxn id="17" idx="0"/>
          </p:cNvCxnSpPr>
          <p:nvPr/>
        </p:nvCxnSpPr>
        <p:spPr>
          <a:xfrm>
            <a:off x="1587791" y="2403941"/>
            <a:ext cx="651755" cy="5318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138" name="Picture 18" descr="Each letter of &quot;Google&quot; is colored (from left to right) in blue, red, yellow, blue, green, and red.">
            <a:extLst>
              <a:ext uri="{FF2B5EF4-FFF2-40B4-BE49-F238E27FC236}">
                <a16:creationId xmlns:a16="http://schemas.microsoft.com/office/drawing/2014/main" id="{C51F7B37-A4EF-E71D-746D-8E1A100DF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8971" y="4183203"/>
            <a:ext cx="727067" cy="24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2" name="Picture 22" descr="GitHub - apache/mxnet: Lightweight, Portable, Flexible Distributed/Mobile  Deep Learning with Dynamic, Mutation-aware Dataflow Dep Scheduler; for  Python, R, Julia, Scala, Go, Javascript and more">
            <a:extLst>
              <a:ext uri="{FF2B5EF4-FFF2-40B4-BE49-F238E27FC236}">
                <a16:creationId xmlns:a16="http://schemas.microsoft.com/office/drawing/2014/main" id="{C7421B4B-02CA-B770-8104-EF497AB21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885" y="2501996"/>
            <a:ext cx="951281" cy="32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A7C174FA-CE74-24FF-1598-71B1177042D6}"/>
              </a:ext>
            </a:extLst>
          </p:cNvPr>
          <p:cNvSpPr txBox="1"/>
          <p:nvPr/>
        </p:nvSpPr>
        <p:spPr>
          <a:xfrm>
            <a:off x="2579549" y="2213325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/>
              <a:t>2015 – 2023</a:t>
            </a:r>
          </a:p>
        </p:txBody>
      </p:sp>
      <p:pic>
        <p:nvPicPr>
          <p:cNvPr id="5144" name="Picture 24" descr="Qué es AWS y para qué sirve? Introducción de la A a la Z | Lituus">
            <a:extLst>
              <a:ext uri="{FF2B5EF4-FFF2-40B4-BE49-F238E27FC236}">
                <a16:creationId xmlns:a16="http://schemas.microsoft.com/office/drawing/2014/main" id="{C2F01E23-D06E-71AA-D887-609E267E3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755" y="1765044"/>
            <a:ext cx="992005" cy="520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6" name="Picture 26" descr="Microsoft Cognitive Toolkit - Wikipedia">
            <a:extLst>
              <a:ext uri="{FF2B5EF4-FFF2-40B4-BE49-F238E27FC236}">
                <a16:creationId xmlns:a16="http://schemas.microsoft.com/office/drawing/2014/main" id="{83BDAE9D-9BC2-128E-E6AD-407BC0239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717" y="2092280"/>
            <a:ext cx="793952" cy="485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17CB1C22-CD14-43AC-0600-FEE2FEA08176}"/>
              </a:ext>
            </a:extLst>
          </p:cNvPr>
          <p:cNvSpPr txBox="1"/>
          <p:nvPr/>
        </p:nvSpPr>
        <p:spPr>
          <a:xfrm>
            <a:off x="3761235" y="1811865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/>
              <a:t>2016 – 2019</a:t>
            </a:r>
          </a:p>
        </p:txBody>
      </p:sp>
      <p:pic>
        <p:nvPicPr>
          <p:cNvPr id="5148" name="Picture 28">
            <a:extLst>
              <a:ext uri="{FF2B5EF4-FFF2-40B4-BE49-F238E27FC236}">
                <a16:creationId xmlns:a16="http://schemas.microsoft.com/office/drawing/2014/main" id="{31ADED84-3ED9-A973-2E09-500CFC36B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384" y="1502321"/>
            <a:ext cx="909302" cy="258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022034F6-D4D0-36E7-A8F5-670C733316C9}"/>
              </a:ext>
            </a:extLst>
          </p:cNvPr>
          <p:cNvCxnSpPr>
            <a:cxnSpLocks/>
            <a:stCxn id="5146" idx="2"/>
            <a:endCxn id="19" idx="0"/>
          </p:cNvCxnSpPr>
          <p:nvPr/>
        </p:nvCxnSpPr>
        <p:spPr>
          <a:xfrm flipH="1">
            <a:off x="3851076" y="2577691"/>
            <a:ext cx="412617" cy="3456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150" name="Picture 30">
            <a:extLst>
              <a:ext uri="{FF2B5EF4-FFF2-40B4-BE49-F238E27FC236}">
                <a16:creationId xmlns:a16="http://schemas.microsoft.com/office/drawing/2014/main" id="{2BA71489-3962-29AC-5555-401E3A10F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427" y="4595575"/>
            <a:ext cx="924578" cy="231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52" name="Picture 32">
            <a:extLst>
              <a:ext uri="{FF2B5EF4-FFF2-40B4-BE49-F238E27FC236}">
                <a16:creationId xmlns:a16="http://schemas.microsoft.com/office/drawing/2014/main" id="{4C3070DE-6476-CB8C-54A6-D1033F29A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7998" y="4894057"/>
            <a:ext cx="346718" cy="231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2">
            <a:extLst>
              <a:ext uri="{FF2B5EF4-FFF2-40B4-BE49-F238E27FC236}">
                <a16:creationId xmlns:a16="http://schemas.microsoft.com/office/drawing/2014/main" id="{E6AC041F-30EA-55B6-51A8-543F0625E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2571" y="4157787"/>
            <a:ext cx="346718" cy="231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9A52FDC5-C62F-59EA-25F4-D53A0487375A}"/>
              </a:ext>
            </a:extLst>
          </p:cNvPr>
          <p:cNvCxnSpPr>
            <a:cxnSpLocks/>
            <a:stCxn id="5150" idx="0"/>
            <a:endCxn id="15" idx="4"/>
          </p:cNvCxnSpPr>
          <p:nvPr/>
        </p:nvCxnSpPr>
        <p:spPr>
          <a:xfrm flipH="1" flipV="1">
            <a:off x="3875535" y="3440871"/>
            <a:ext cx="160181" cy="11547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154" name="Picture 34">
            <a:extLst>
              <a:ext uri="{FF2B5EF4-FFF2-40B4-BE49-F238E27FC236}">
                <a16:creationId xmlns:a16="http://schemas.microsoft.com/office/drawing/2014/main" id="{ED9DB62D-68B9-73C3-5770-BF66D1BF6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553" y="2515233"/>
            <a:ext cx="591754" cy="340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18" descr="Each letter of &quot;Google&quot; is colored (from left to right) in blue, red, yellow, blue, green, and red.">
            <a:extLst>
              <a:ext uri="{FF2B5EF4-FFF2-40B4-BE49-F238E27FC236}">
                <a16:creationId xmlns:a16="http://schemas.microsoft.com/office/drawing/2014/main" id="{37BF9DD3-F8FB-50EC-56C1-4B7C6B9E9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503" y="2182889"/>
            <a:ext cx="727067" cy="24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58" name="Picture 38" descr="TensorFlow Logo PNG vector in SVG, PDF, AI, CDR format">
            <a:extLst>
              <a:ext uri="{FF2B5EF4-FFF2-40B4-BE49-F238E27FC236}">
                <a16:creationId xmlns:a16="http://schemas.microsoft.com/office/drawing/2014/main" id="{20DEBF0C-C770-95D0-70B6-007845CA7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906" y="3341405"/>
            <a:ext cx="1193298" cy="895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18" descr="Each letter of &quot;Google&quot; is colored (from left to right) in blue, red, yellow, blue, green, and red.">
            <a:extLst>
              <a:ext uri="{FF2B5EF4-FFF2-40B4-BE49-F238E27FC236}">
                <a16:creationId xmlns:a16="http://schemas.microsoft.com/office/drawing/2014/main" id="{733C1E7D-B60B-184B-5316-B3C84F419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769" y="4188198"/>
            <a:ext cx="727067" cy="24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60" name="Picture 40">
            <a:extLst>
              <a:ext uri="{FF2B5EF4-FFF2-40B4-BE49-F238E27FC236}">
                <a16:creationId xmlns:a16="http://schemas.microsoft.com/office/drawing/2014/main" id="{34D117DD-27FA-C9DE-3B67-42F4B6A03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718" y="4644461"/>
            <a:ext cx="365168" cy="36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3D5186CE-2386-28D7-F97F-0A753B533953}"/>
              </a:ext>
            </a:extLst>
          </p:cNvPr>
          <p:cNvSpPr txBox="1"/>
          <p:nvPr/>
        </p:nvSpPr>
        <p:spPr>
          <a:xfrm>
            <a:off x="2734533" y="4972104"/>
            <a:ext cx="555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 err="1"/>
              <a:t>Keras</a:t>
            </a:r>
            <a:endParaRPr lang="es-ES_tradnl" sz="1200" dirty="0"/>
          </a:p>
        </p:txBody>
      </p:sp>
    </p:spTree>
    <p:extLst>
      <p:ext uri="{BB962C8B-B14F-4D97-AF65-F5344CB8AC3E}">
        <p14:creationId xmlns:p14="http://schemas.microsoft.com/office/powerpoint/2010/main" val="3027185215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6" descr="TensorFlow logo">
            <a:extLst>
              <a:ext uri="{FF2B5EF4-FFF2-40B4-BE49-F238E27FC236}">
                <a16:creationId xmlns:a16="http://schemas.microsoft.com/office/drawing/2014/main" id="{D3D410C5-70A9-DA2D-B3F1-91C897B53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882" y="161532"/>
            <a:ext cx="2388101" cy="1530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F417D82-507F-85E0-D21B-7BED442F1454}"/>
              </a:ext>
            </a:extLst>
          </p:cNvPr>
          <p:cNvSpPr txBox="1"/>
          <p:nvPr/>
        </p:nvSpPr>
        <p:spPr>
          <a:xfrm>
            <a:off x="589050" y="1700502"/>
            <a:ext cx="80684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i="0" u="none" strike="noStrike" dirty="0">
                <a:solidFill>
                  <a:srgbClr val="425066"/>
                </a:solidFill>
                <a:effectLst/>
                <a:latin typeface="Google Sans"/>
              </a:rPr>
              <a:t>Plataformas de extremo a extremo enfocada en el aprendizaje automático</a:t>
            </a:r>
          </a:p>
        </p:txBody>
      </p:sp>
      <p:graphicFrame>
        <p:nvGraphicFramePr>
          <p:cNvPr id="7" name="CuadroTexto 4">
            <a:extLst>
              <a:ext uri="{FF2B5EF4-FFF2-40B4-BE49-F238E27FC236}">
                <a16:creationId xmlns:a16="http://schemas.microsoft.com/office/drawing/2014/main" id="{05C53652-DE32-B6D8-E613-33E53E8816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3972853"/>
              </p:ext>
            </p:extLst>
          </p:nvPr>
        </p:nvGraphicFramePr>
        <p:xfrm>
          <a:off x="334108" y="2569730"/>
          <a:ext cx="8590083" cy="24858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Picture 30">
            <a:extLst>
              <a:ext uri="{FF2B5EF4-FFF2-40B4-BE49-F238E27FC236}">
                <a16:creationId xmlns:a16="http://schemas.microsoft.com/office/drawing/2014/main" id="{EC1E17C0-BEB2-DCB1-17AD-0B683D36E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1169" y="704661"/>
            <a:ext cx="2156527" cy="539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9615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06C9D1-CC56-B2CB-C1A8-5DC88C8BC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1" y="532660"/>
            <a:ext cx="2678858" cy="29779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1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¿y </a:t>
            </a:r>
            <a:r>
              <a:rPr lang="en-US" sz="1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</a:t>
            </a:r>
            <a:r>
              <a:rPr lang="en-US" sz="1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ofrece</a:t>
            </a:r>
            <a:r>
              <a:rPr lang="en-US" sz="1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TensorFlow?</a:t>
            </a:r>
            <a:br>
              <a:rPr lang="en-US" sz="1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Tensorboard</a:t>
            </a: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17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3674389"/>
            <a:ext cx="2441321" cy="15240"/>
          </a:xfrm>
          <a:custGeom>
            <a:avLst/>
            <a:gdLst>
              <a:gd name="csX0" fmla="*/ 0 w 2441321"/>
              <a:gd name="csY0" fmla="*/ 0 h 15240"/>
              <a:gd name="csX1" fmla="*/ 585917 w 2441321"/>
              <a:gd name="csY1" fmla="*/ 0 h 15240"/>
              <a:gd name="csX2" fmla="*/ 1196247 w 2441321"/>
              <a:gd name="csY2" fmla="*/ 0 h 15240"/>
              <a:gd name="csX3" fmla="*/ 1806578 w 2441321"/>
              <a:gd name="csY3" fmla="*/ 0 h 15240"/>
              <a:gd name="csX4" fmla="*/ 2441321 w 2441321"/>
              <a:gd name="csY4" fmla="*/ 0 h 15240"/>
              <a:gd name="csX5" fmla="*/ 2441321 w 2441321"/>
              <a:gd name="csY5" fmla="*/ 15240 h 15240"/>
              <a:gd name="csX6" fmla="*/ 1830991 w 2441321"/>
              <a:gd name="csY6" fmla="*/ 15240 h 15240"/>
              <a:gd name="csX7" fmla="*/ 1269487 w 2441321"/>
              <a:gd name="csY7" fmla="*/ 15240 h 15240"/>
              <a:gd name="csX8" fmla="*/ 707983 w 2441321"/>
              <a:gd name="csY8" fmla="*/ 15240 h 15240"/>
              <a:gd name="csX9" fmla="*/ 0 w 2441321"/>
              <a:gd name="csY9" fmla="*/ 15240 h 15240"/>
              <a:gd name="csX10" fmla="*/ 0 w 2441321"/>
              <a:gd name="csY10" fmla="*/ 0 h 15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5240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0710" y="5101"/>
                  <a:pt x="2441199" y="12169"/>
                  <a:pt x="2441321" y="15240"/>
                </a:cubicBezTo>
                <a:cubicBezTo>
                  <a:pt x="2169723" y="27458"/>
                  <a:pt x="2045712" y="36092"/>
                  <a:pt x="1830991" y="15240"/>
                </a:cubicBezTo>
                <a:cubicBezTo>
                  <a:pt x="1616270" y="-5612"/>
                  <a:pt x="1505876" y="901"/>
                  <a:pt x="1269487" y="15240"/>
                </a:cubicBezTo>
                <a:cubicBezTo>
                  <a:pt x="1033098" y="29579"/>
                  <a:pt x="908661" y="38143"/>
                  <a:pt x="707983" y="15240"/>
                </a:cubicBezTo>
                <a:cubicBezTo>
                  <a:pt x="507305" y="-7663"/>
                  <a:pt x="333592" y="17711"/>
                  <a:pt x="0" y="15240"/>
                </a:cubicBezTo>
                <a:cubicBezTo>
                  <a:pt x="379" y="10256"/>
                  <a:pt x="723" y="7516"/>
                  <a:pt x="0" y="0"/>
                </a:cubicBezTo>
                <a:close/>
              </a:path>
              <a:path w="2441321" h="15240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278" y="5591"/>
                  <a:pt x="2441703" y="8968"/>
                  <a:pt x="2441321" y="15240"/>
                </a:cubicBezTo>
                <a:cubicBezTo>
                  <a:pt x="2166745" y="25725"/>
                  <a:pt x="2078726" y="12428"/>
                  <a:pt x="1879817" y="15240"/>
                </a:cubicBezTo>
                <a:cubicBezTo>
                  <a:pt x="1680908" y="18052"/>
                  <a:pt x="1548770" y="-7175"/>
                  <a:pt x="1318313" y="15240"/>
                </a:cubicBezTo>
                <a:cubicBezTo>
                  <a:pt x="1087856" y="37655"/>
                  <a:pt x="894613" y="879"/>
                  <a:pt x="659157" y="15240"/>
                </a:cubicBezTo>
                <a:cubicBezTo>
                  <a:pt x="423701" y="29601"/>
                  <a:pt x="246611" y="30927"/>
                  <a:pt x="0" y="15240"/>
                </a:cubicBezTo>
                <a:cubicBezTo>
                  <a:pt x="-196" y="8815"/>
                  <a:pt x="-164" y="506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E0B24D1-E73B-1221-952D-FBB151704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90722" y="816959"/>
            <a:ext cx="5410962" cy="4058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26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3D7EA3-7BE4-C4F0-401D-89CC0CF73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347980"/>
            <a:ext cx="8182230" cy="10411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TFX (TensorFlow </a:t>
            </a:r>
            <a:r>
              <a:rPr lang="en-US" sz="3400" dirty="0" err="1"/>
              <a:t>e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xtendido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444545"/>
            <a:ext cx="3429000" cy="15240"/>
          </a:xfrm>
          <a:custGeom>
            <a:avLst/>
            <a:gdLst>
              <a:gd name="csX0" fmla="*/ 0 w 3429000"/>
              <a:gd name="csY0" fmla="*/ 0 h 15240"/>
              <a:gd name="csX1" fmla="*/ 685800 w 3429000"/>
              <a:gd name="csY1" fmla="*/ 0 h 15240"/>
              <a:gd name="csX2" fmla="*/ 1371600 w 3429000"/>
              <a:gd name="csY2" fmla="*/ 0 h 15240"/>
              <a:gd name="csX3" fmla="*/ 2057400 w 3429000"/>
              <a:gd name="csY3" fmla="*/ 0 h 15240"/>
              <a:gd name="csX4" fmla="*/ 2674620 w 3429000"/>
              <a:gd name="csY4" fmla="*/ 0 h 15240"/>
              <a:gd name="csX5" fmla="*/ 3429000 w 3429000"/>
              <a:gd name="csY5" fmla="*/ 0 h 15240"/>
              <a:gd name="csX6" fmla="*/ 3429000 w 3429000"/>
              <a:gd name="csY6" fmla="*/ 15240 h 15240"/>
              <a:gd name="csX7" fmla="*/ 2811780 w 3429000"/>
              <a:gd name="csY7" fmla="*/ 15240 h 15240"/>
              <a:gd name="csX8" fmla="*/ 2228850 w 3429000"/>
              <a:gd name="csY8" fmla="*/ 15240 h 15240"/>
              <a:gd name="csX9" fmla="*/ 1543050 w 3429000"/>
              <a:gd name="csY9" fmla="*/ 15240 h 15240"/>
              <a:gd name="csX10" fmla="*/ 925830 w 3429000"/>
              <a:gd name="csY10" fmla="*/ 15240 h 15240"/>
              <a:gd name="csX11" fmla="*/ 0 w 3429000"/>
              <a:gd name="csY11" fmla="*/ 15240 h 15240"/>
              <a:gd name="csX12" fmla="*/ 0 w 3429000"/>
              <a:gd name="csY12" fmla="*/ 0 h 15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5240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8985" y="7298"/>
                  <a:pt x="3428935" y="8153"/>
                  <a:pt x="3429000" y="15240"/>
                </a:cubicBezTo>
                <a:cubicBezTo>
                  <a:pt x="3221081" y="45560"/>
                  <a:pt x="3088001" y="5018"/>
                  <a:pt x="2811780" y="15240"/>
                </a:cubicBezTo>
                <a:cubicBezTo>
                  <a:pt x="2535559" y="25462"/>
                  <a:pt x="2481355" y="21850"/>
                  <a:pt x="2228850" y="15240"/>
                </a:cubicBezTo>
                <a:cubicBezTo>
                  <a:pt x="1976345" y="8631"/>
                  <a:pt x="1807520" y="45308"/>
                  <a:pt x="1543050" y="15240"/>
                </a:cubicBezTo>
                <a:cubicBezTo>
                  <a:pt x="1278580" y="-14828"/>
                  <a:pt x="1181944" y="2075"/>
                  <a:pt x="925830" y="15240"/>
                </a:cubicBezTo>
                <a:cubicBezTo>
                  <a:pt x="669716" y="28405"/>
                  <a:pt x="410304" y="31767"/>
                  <a:pt x="0" y="15240"/>
                </a:cubicBezTo>
                <a:cubicBezTo>
                  <a:pt x="151" y="8290"/>
                  <a:pt x="-277" y="5563"/>
                  <a:pt x="0" y="0"/>
                </a:cubicBezTo>
                <a:close/>
              </a:path>
              <a:path w="3429000" h="15240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120" y="5894"/>
                  <a:pt x="3428447" y="9630"/>
                  <a:pt x="3429000" y="15240"/>
                </a:cubicBezTo>
                <a:cubicBezTo>
                  <a:pt x="3103464" y="-2455"/>
                  <a:pt x="2887909" y="19892"/>
                  <a:pt x="2743200" y="15240"/>
                </a:cubicBezTo>
                <a:cubicBezTo>
                  <a:pt x="2598491" y="10588"/>
                  <a:pt x="2362615" y="7608"/>
                  <a:pt x="1988820" y="15240"/>
                </a:cubicBezTo>
                <a:cubicBezTo>
                  <a:pt x="1615025" y="22872"/>
                  <a:pt x="1580494" y="645"/>
                  <a:pt x="1405890" y="15240"/>
                </a:cubicBezTo>
                <a:cubicBezTo>
                  <a:pt x="1231286" y="29836"/>
                  <a:pt x="885259" y="-19333"/>
                  <a:pt x="651510" y="15240"/>
                </a:cubicBezTo>
                <a:cubicBezTo>
                  <a:pt x="417761" y="49813"/>
                  <a:pt x="138362" y="-16904"/>
                  <a:pt x="0" y="15240"/>
                </a:cubicBezTo>
                <a:cubicBezTo>
                  <a:pt x="-628" y="8463"/>
                  <a:pt x="-538" y="633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E409CB2-57E6-628F-3A76-1F1D28239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8" y="1782841"/>
            <a:ext cx="9117432" cy="348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540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91B0A6C-1ADA-3FEE-105F-F141ECB0A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347980"/>
            <a:ext cx="8182230" cy="10411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2000" dirty="0"/>
              <a:t>¿y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ofrece</a:t>
            </a:r>
            <a:r>
              <a:rPr lang="en-US" sz="2000" dirty="0"/>
              <a:t> TensorFlow?</a:t>
            </a:r>
            <a:br>
              <a:rPr lang="en-US" sz="2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XLA (Accelerated Linear Algebra)</a:t>
            </a:r>
          </a:p>
        </p:txBody>
      </p:sp>
      <p:sp>
        <p:nvSpPr>
          <p:cNvPr id="820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444545"/>
            <a:ext cx="3429000" cy="15240"/>
          </a:xfrm>
          <a:custGeom>
            <a:avLst/>
            <a:gdLst>
              <a:gd name="csX0" fmla="*/ 0 w 3429000"/>
              <a:gd name="csY0" fmla="*/ 0 h 15240"/>
              <a:gd name="csX1" fmla="*/ 685800 w 3429000"/>
              <a:gd name="csY1" fmla="*/ 0 h 15240"/>
              <a:gd name="csX2" fmla="*/ 1371600 w 3429000"/>
              <a:gd name="csY2" fmla="*/ 0 h 15240"/>
              <a:gd name="csX3" fmla="*/ 2057400 w 3429000"/>
              <a:gd name="csY3" fmla="*/ 0 h 15240"/>
              <a:gd name="csX4" fmla="*/ 2674620 w 3429000"/>
              <a:gd name="csY4" fmla="*/ 0 h 15240"/>
              <a:gd name="csX5" fmla="*/ 3429000 w 3429000"/>
              <a:gd name="csY5" fmla="*/ 0 h 15240"/>
              <a:gd name="csX6" fmla="*/ 3429000 w 3429000"/>
              <a:gd name="csY6" fmla="*/ 15240 h 15240"/>
              <a:gd name="csX7" fmla="*/ 2811780 w 3429000"/>
              <a:gd name="csY7" fmla="*/ 15240 h 15240"/>
              <a:gd name="csX8" fmla="*/ 2228850 w 3429000"/>
              <a:gd name="csY8" fmla="*/ 15240 h 15240"/>
              <a:gd name="csX9" fmla="*/ 1543050 w 3429000"/>
              <a:gd name="csY9" fmla="*/ 15240 h 15240"/>
              <a:gd name="csX10" fmla="*/ 925830 w 3429000"/>
              <a:gd name="csY10" fmla="*/ 15240 h 15240"/>
              <a:gd name="csX11" fmla="*/ 0 w 3429000"/>
              <a:gd name="csY11" fmla="*/ 15240 h 15240"/>
              <a:gd name="csX12" fmla="*/ 0 w 3429000"/>
              <a:gd name="csY12" fmla="*/ 0 h 15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5240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8985" y="7298"/>
                  <a:pt x="3428935" y="8153"/>
                  <a:pt x="3429000" y="15240"/>
                </a:cubicBezTo>
                <a:cubicBezTo>
                  <a:pt x="3221081" y="45560"/>
                  <a:pt x="3088001" y="5018"/>
                  <a:pt x="2811780" y="15240"/>
                </a:cubicBezTo>
                <a:cubicBezTo>
                  <a:pt x="2535559" y="25462"/>
                  <a:pt x="2481355" y="21850"/>
                  <a:pt x="2228850" y="15240"/>
                </a:cubicBezTo>
                <a:cubicBezTo>
                  <a:pt x="1976345" y="8631"/>
                  <a:pt x="1807520" y="45308"/>
                  <a:pt x="1543050" y="15240"/>
                </a:cubicBezTo>
                <a:cubicBezTo>
                  <a:pt x="1278580" y="-14828"/>
                  <a:pt x="1181944" y="2075"/>
                  <a:pt x="925830" y="15240"/>
                </a:cubicBezTo>
                <a:cubicBezTo>
                  <a:pt x="669716" y="28405"/>
                  <a:pt x="410304" y="31767"/>
                  <a:pt x="0" y="15240"/>
                </a:cubicBezTo>
                <a:cubicBezTo>
                  <a:pt x="151" y="8290"/>
                  <a:pt x="-277" y="5563"/>
                  <a:pt x="0" y="0"/>
                </a:cubicBezTo>
                <a:close/>
              </a:path>
              <a:path w="3429000" h="15240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120" y="5894"/>
                  <a:pt x="3428447" y="9630"/>
                  <a:pt x="3429000" y="15240"/>
                </a:cubicBezTo>
                <a:cubicBezTo>
                  <a:pt x="3103464" y="-2455"/>
                  <a:pt x="2887909" y="19892"/>
                  <a:pt x="2743200" y="15240"/>
                </a:cubicBezTo>
                <a:cubicBezTo>
                  <a:pt x="2598491" y="10588"/>
                  <a:pt x="2362615" y="7608"/>
                  <a:pt x="1988820" y="15240"/>
                </a:cubicBezTo>
                <a:cubicBezTo>
                  <a:pt x="1615025" y="22872"/>
                  <a:pt x="1580494" y="645"/>
                  <a:pt x="1405890" y="15240"/>
                </a:cubicBezTo>
                <a:cubicBezTo>
                  <a:pt x="1231286" y="29836"/>
                  <a:pt x="885259" y="-19333"/>
                  <a:pt x="651510" y="15240"/>
                </a:cubicBezTo>
                <a:cubicBezTo>
                  <a:pt x="417761" y="49813"/>
                  <a:pt x="138362" y="-16904"/>
                  <a:pt x="0" y="15240"/>
                </a:cubicBezTo>
                <a:cubicBezTo>
                  <a:pt x="-628" y="8463"/>
                  <a:pt x="-538" y="633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Accelerating TensorFlow on NVIDIA A100 GPUs | NVIDIA Technical Blog">
            <a:extLst>
              <a:ext uri="{FF2B5EF4-FFF2-40B4-BE49-F238E27FC236}">
                <a16:creationId xmlns:a16="http://schemas.microsoft.com/office/drawing/2014/main" id="{D1195FFF-ED56-2A32-34CC-2E0F94ACD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4355" y="1892106"/>
            <a:ext cx="7689118" cy="330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4511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6D2DC-EEC1-CBE5-2B61-C9005F561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469066" cy="1104636"/>
          </a:xfrm>
        </p:spPr>
        <p:txBody>
          <a:bodyPr>
            <a:normAutofit/>
          </a:bodyPr>
          <a:lstStyle/>
          <a:p>
            <a:pPr algn="r"/>
            <a:r>
              <a:rPr lang="es-ES_tradnl" sz="4000" dirty="0"/>
              <a:t>		</a:t>
            </a:r>
            <a:r>
              <a:rPr lang="es-ES_tradnl" sz="4000" dirty="0" err="1"/>
              <a:t>Keras</a:t>
            </a:r>
            <a:r>
              <a:rPr lang="es-ES_tradnl" sz="4000" dirty="0"/>
              <a:t>     </a:t>
            </a:r>
          </a:p>
        </p:txBody>
      </p:sp>
      <p:pic>
        <p:nvPicPr>
          <p:cNvPr id="3" name="Picture 40">
            <a:extLst>
              <a:ext uri="{FF2B5EF4-FFF2-40B4-BE49-F238E27FC236}">
                <a16:creationId xmlns:a16="http://schemas.microsoft.com/office/drawing/2014/main" id="{98EE4869-E41B-46C8-19EA-50D123E32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7716" y="505915"/>
            <a:ext cx="660829" cy="660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933DACB-AFEE-5598-615E-F188795F6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2950" y="799408"/>
            <a:ext cx="7772400" cy="192620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D489B1A-9C91-05B7-8C3C-EE8C29449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6941" y="2453055"/>
            <a:ext cx="5674768" cy="317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04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444545"/>
            <a:ext cx="3429000" cy="15240"/>
          </a:xfrm>
          <a:custGeom>
            <a:avLst/>
            <a:gdLst>
              <a:gd name="csX0" fmla="*/ 0 w 3429000"/>
              <a:gd name="csY0" fmla="*/ 0 h 15240"/>
              <a:gd name="csX1" fmla="*/ 685800 w 3429000"/>
              <a:gd name="csY1" fmla="*/ 0 h 15240"/>
              <a:gd name="csX2" fmla="*/ 1371600 w 3429000"/>
              <a:gd name="csY2" fmla="*/ 0 h 15240"/>
              <a:gd name="csX3" fmla="*/ 2057400 w 3429000"/>
              <a:gd name="csY3" fmla="*/ 0 h 15240"/>
              <a:gd name="csX4" fmla="*/ 2674620 w 3429000"/>
              <a:gd name="csY4" fmla="*/ 0 h 15240"/>
              <a:gd name="csX5" fmla="*/ 3429000 w 3429000"/>
              <a:gd name="csY5" fmla="*/ 0 h 15240"/>
              <a:gd name="csX6" fmla="*/ 3429000 w 3429000"/>
              <a:gd name="csY6" fmla="*/ 15240 h 15240"/>
              <a:gd name="csX7" fmla="*/ 2811780 w 3429000"/>
              <a:gd name="csY7" fmla="*/ 15240 h 15240"/>
              <a:gd name="csX8" fmla="*/ 2228850 w 3429000"/>
              <a:gd name="csY8" fmla="*/ 15240 h 15240"/>
              <a:gd name="csX9" fmla="*/ 1543050 w 3429000"/>
              <a:gd name="csY9" fmla="*/ 15240 h 15240"/>
              <a:gd name="csX10" fmla="*/ 925830 w 3429000"/>
              <a:gd name="csY10" fmla="*/ 15240 h 15240"/>
              <a:gd name="csX11" fmla="*/ 0 w 3429000"/>
              <a:gd name="csY11" fmla="*/ 15240 h 15240"/>
              <a:gd name="csX12" fmla="*/ 0 w 3429000"/>
              <a:gd name="csY12" fmla="*/ 0 h 15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5240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8985" y="7298"/>
                  <a:pt x="3428935" y="8153"/>
                  <a:pt x="3429000" y="15240"/>
                </a:cubicBezTo>
                <a:cubicBezTo>
                  <a:pt x="3221081" y="45560"/>
                  <a:pt x="3088001" y="5018"/>
                  <a:pt x="2811780" y="15240"/>
                </a:cubicBezTo>
                <a:cubicBezTo>
                  <a:pt x="2535559" y="25462"/>
                  <a:pt x="2481355" y="21850"/>
                  <a:pt x="2228850" y="15240"/>
                </a:cubicBezTo>
                <a:cubicBezTo>
                  <a:pt x="1976345" y="8631"/>
                  <a:pt x="1807520" y="45308"/>
                  <a:pt x="1543050" y="15240"/>
                </a:cubicBezTo>
                <a:cubicBezTo>
                  <a:pt x="1278580" y="-14828"/>
                  <a:pt x="1181944" y="2075"/>
                  <a:pt x="925830" y="15240"/>
                </a:cubicBezTo>
                <a:cubicBezTo>
                  <a:pt x="669716" y="28405"/>
                  <a:pt x="410304" y="31767"/>
                  <a:pt x="0" y="15240"/>
                </a:cubicBezTo>
                <a:cubicBezTo>
                  <a:pt x="151" y="8290"/>
                  <a:pt x="-277" y="5563"/>
                  <a:pt x="0" y="0"/>
                </a:cubicBezTo>
                <a:close/>
              </a:path>
              <a:path w="3429000" h="15240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120" y="5894"/>
                  <a:pt x="3428447" y="9630"/>
                  <a:pt x="3429000" y="15240"/>
                </a:cubicBezTo>
                <a:cubicBezTo>
                  <a:pt x="3103464" y="-2455"/>
                  <a:pt x="2887909" y="19892"/>
                  <a:pt x="2743200" y="15240"/>
                </a:cubicBezTo>
                <a:cubicBezTo>
                  <a:pt x="2598491" y="10588"/>
                  <a:pt x="2362615" y="7608"/>
                  <a:pt x="1988820" y="15240"/>
                </a:cubicBezTo>
                <a:cubicBezTo>
                  <a:pt x="1615025" y="22872"/>
                  <a:pt x="1580494" y="645"/>
                  <a:pt x="1405890" y="15240"/>
                </a:cubicBezTo>
                <a:cubicBezTo>
                  <a:pt x="1231286" y="29836"/>
                  <a:pt x="885259" y="-19333"/>
                  <a:pt x="651510" y="15240"/>
                </a:cubicBezTo>
                <a:cubicBezTo>
                  <a:pt x="417761" y="49813"/>
                  <a:pt x="138362" y="-16904"/>
                  <a:pt x="0" y="15240"/>
                </a:cubicBezTo>
                <a:cubicBezTo>
                  <a:pt x="-628" y="8463"/>
                  <a:pt x="-538" y="633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30">
            <a:extLst>
              <a:ext uri="{FF2B5EF4-FFF2-40B4-BE49-F238E27FC236}">
                <a16:creationId xmlns:a16="http://schemas.microsoft.com/office/drawing/2014/main" id="{9602BB8E-65A4-6CD0-2B20-0706353E3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130" y="590457"/>
            <a:ext cx="2156527" cy="539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pytorch workflow main">
            <a:extLst>
              <a:ext uri="{FF2B5EF4-FFF2-40B4-BE49-F238E27FC236}">
                <a16:creationId xmlns:a16="http://schemas.microsoft.com/office/drawing/2014/main" id="{2217AD98-168A-3B4E-C4F8-45629E5A9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0F4F7"/>
              </a:clrFrom>
              <a:clrTo>
                <a:srgbClr val="F0F4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98" y="1640223"/>
            <a:ext cx="8907192" cy="3191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653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FCD5049E-961D-63AC-8CC9-A2B1152C2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438" y="0"/>
            <a:ext cx="6205537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39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000429-1D9C-E3D9-DC2D-8B23545890E8}"/>
              </a:ext>
            </a:extLst>
          </p:cNvPr>
          <p:cNvSpPr txBox="1"/>
          <p:nvPr/>
        </p:nvSpPr>
        <p:spPr>
          <a:xfrm>
            <a:off x="479160" y="347980"/>
            <a:ext cx="8182230" cy="10411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Tendencia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academia (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investigación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444545"/>
            <a:ext cx="3429000" cy="15240"/>
          </a:xfrm>
          <a:custGeom>
            <a:avLst/>
            <a:gdLst>
              <a:gd name="csX0" fmla="*/ 0 w 3429000"/>
              <a:gd name="csY0" fmla="*/ 0 h 15240"/>
              <a:gd name="csX1" fmla="*/ 685800 w 3429000"/>
              <a:gd name="csY1" fmla="*/ 0 h 15240"/>
              <a:gd name="csX2" fmla="*/ 1371600 w 3429000"/>
              <a:gd name="csY2" fmla="*/ 0 h 15240"/>
              <a:gd name="csX3" fmla="*/ 2057400 w 3429000"/>
              <a:gd name="csY3" fmla="*/ 0 h 15240"/>
              <a:gd name="csX4" fmla="*/ 2674620 w 3429000"/>
              <a:gd name="csY4" fmla="*/ 0 h 15240"/>
              <a:gd name="csX5" fmla="*/ 3429000 w 3429000"/>
              <a:gd name="csY5" fmla="*/ 0 h 15240"/>
              <a:gd name="csX6" fmla="*/ 3429000 w 3429000"/>
              <a:gd name="csY6" fmla="*/ 15240 h 15240"/>
              <a:gd name="csX7" fmla="*/ 2811780 w 3429000"/>
              <a:gd name="csY7" fmla="*/ 15240 h 15240"/>
              <a:gd name="csX8" fmla="*/ 2228850 w 3429000"/>
              <a:gd name="csY8" fmla="*/ 15240 h 15240"/>
              <a:gd name="csX9" fmla="*/ 1543050 w 3429000"/>
              <a:gd name="csY9" fmla="*/ 15240 h 15240"/>
              <a:gd name="csX10" fmla="*/ 925830 w 3429000"/>
              <a:gd name="csY10" fmla="*/ 15240 h 15240"/>
              <a:gd name="csX11" fmla="*/ 0 w 3429000"/>
              <a:gd name="csY11" fmla="*/ 15240 h 15240"/>
              <a:gd name="csX12" fmla="*/ 0 w 3429000"/>
              <a:gd name="csY12" fmla="*/ 0 h 15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5240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8985" y="7298"/>
                  <a:pt x="3428935" y="8153"/>
                  <a:pt x="3429000" y="15240"/>
                </a:cubicBezTo>
                <a:cubicBezTo>
                  <a:pt x="3221081" y="45560"/>
                  <a:pt x="3088001" y="5018"/>
                  <a:pt x="2811780" y="15240"/>
                </a:cubicBezTo>
                <a:cubicBezTo>
                  <a:pt x="2535559" y="25462"/>
                  <a:pt x="2481355" y="21850"/>
                  <a:pt x="2228850" y="15240"/>
                </a:cubicBezTo>
                <a:cubicBezTo>
                  <a:pt x="1976345" y="8631"/>
                  <a:pt x="1807520" y="45308"/>
                  <a:pt x="1543050" y="15240"/>
                </a:cubicBezTo>
                <a:cubicBezTo>
                  <a:pt x="1278580" y="-14828"/>
                  <a:pt x="1181944" y="2075"/>
                  <a:pt x="925830" y="15240"/>
                </a:cubicBezTo>
                <a:cubicBezTo>
                  <a:pt x="669716" y="28405"/>
                  <a:pt x="410304" y="31767"/>
                  <a:pt x="0" y="15240"/>
                </a:cubicBezTo>
                <a:cubicBezTo>
                  <a:pt x="151" y="8290"/>
                  <a:pt x="-277" y="5563"/>
                  <a:pt x="0" y="0"/>
                </a:cubicBezTo>
                <a:close/>
              </a:path>
              <a:path w="3429000" h="15240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120" y="5894"/>
                  <a:pt x="3428447" y="9630"/>
                  <a:pt x="3429000" y="15240"/>
                </a:cubicBezTo>
                <a:cubicBezTo>
                  <a:pt x="3103464" y="-2455"/>
                  <a:pt x="2887909" y="19892"/>
                  <a:pt x="2743200" y="15240"/>
                </a:cubicBezTo>
                <a:cubicBezTo>
                  <a:pt x="2598491" y="10588"/>
                  <a:pt x="2362615" y="7608"/>
                  <a:pt x="1988820" y="15240"/>
                </a:cubicBezTo>
                <a:cubicBezTo>
                  <a:pt x="1615025" y="22872"/>
                  <a:pt x="1580494" y="645"/>
                  <a:pt x="1405890" y="15240"/>
                </a:cubicBezTo>
                <a:cubicBezTo>
                  <a:pt x="1231286" y="29836"/>
                  <a:pt x="885259" y="-19333"/>
                  <a:pt x="651510" y="15240"/>
                </a:cubicBezTo>
                <a:cubicBezTo>
                  <a:pt x="417761" y="49813"/>
                  <a:pt x="138362" y="-16904"/>
                  <a:pt x="0" y="15240"/>
                </a:cubicBezTo>
                <a:cubicBezTo>
                  <a:pt x="-628" y="8463"/>
                  <a:pt x="-538" y="633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2D76939-272B-260C-5798-84B027244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750975"/>
            <a:ext cx="8991096" cy="332670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88068E1-CF45-F8B1-1F23-8A06BFBBF2E3}"/>
              </a:ext>
            </a:extLst>
          </p:cNvPr>
          <p:cNvSpPr txBox="1"/>
          <p:nvPr/>
        </p:nvSpPr>
        <p:spPr>
          <a:xfrm>
            <a:off x="6664569" y="5361828"/>
            <a:ext cx="21804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dirty="0"/>
              <a:t>https://</a:t>
            </a:r>
            <a:r>
              <a:rPr lang="es-ES_tradnl" sz="1000" dirty="0" err="1"/>
              <a:t>paperswithcode.com</a:t>
            </a:r>
            <a:r>
              <a:rPr lang="es-ES_tradnl" sz="1000" dirty="0"/>
              <a:t>/</a:t>
            </a:r>
            <a:r>
              <a:rPr lang="es-ES_tradnl" sz="1000" dirty="0" err="1"/>
              <a:t>trends</a:t>
            </a:r>
            <a:endParaRPr lang="es-ES_tradnl" sz="1000" dirty="0"/>
          </a:p>
        </p:txBody>
      </p:sp>
    </p:spTree>
    <p:extLst>
      <p:ext uri="{BB962C8B-B14F-4D97-AF65-F5344CB8AC3E}">
        <p14:creationId xmlns:p14="http://schemas.microsoft.com/office/powerpoint/2010/main" val="15368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FE76D4-9A59-2B01-6DE0-04A9D355F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29F95B7-ACB4-A297-36B0-01A21E5AA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4FC096D-9BD3-AD23-80C9-E7E0C9A2120E}"/>
              </a:ext>
            </a:extLst>
          </p:cNvPr>
          <p:cNvSpPr txBox="1"/>
          <p:nvPr/>
        </p:nvSpPr>
        <p:spPr>
          <a:xfrm>
            <a:off x="479160" y="347980"/>
            <a:ext cx="8182230" cy="10411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Tendencia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la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industria</a:t>
            </a: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85FD5D1D-30E4-3D6A-0C21-20681C7BB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444545"/>
            <a:ext cx="3429000" cy="15240"/>
          </a:xfrm>
          <a:custGeom>
            <a:avLst/>
            <a:gdLst>
              <a:gd name="csX0" fmla="*/ 0 w 3429000"/>
              <a:gd name="csY0" fmla="*/ 0 h 15240"/>
              <a:gd name="csX1" fmla="*/ 685800 w 3429000"/>
              <a:gd name="csY1" fmla="*/ 0 h 15240"/>
              <a:gd name="csX2" fmla="*/ 1371600 w 3429000"/>
              <a:gd name="csY2" fmla="*/ 0 h 15240"/>
              <a:gd name="csX3" fmla="*/ 2057400 w 3429000"/>
              <a:gd name="csY3" fmla="*/ 0 h 15240"/>
              <a:gd name="csX4" fmla="*/ 2674620 w 3429000"/>
              <a:gd name="csY4" fmla="*/ 0 h 15240"/>
              <a:gd name="csX5" fmla="*/ 3429000 w 3429000"/>
              <a:gd name="csY5" fmla="*/ 0 h 15240"/>
              <a:gd name="csX6" fmla="*/ 3429000 w 3429000"/>
              <a:gd name="csY6" fmla="*/ 15240 h 15240"/>
              <a:gd name="csX7" fmla="*/ 2811780 w 3429000"/>
              <a:gd name="csY7" fmla="*/ 15240 h 15240"/>
              <a:gd name="csX8" fmla="*/ 2228850 w 3429000"/>
              <a:gd name="csY8" fmla="*/ 15240 h 15240"/>
              <a:gd name="csX9" fmla="*/ 1543050 w 3429000"/>
              <a:gd name="csY9" fmla="*/ 15240 h 15240"/>
              <a:gd name="csX10" fmla="*/ 925830 w 3429000"/>
              <a:gd name="csY10" fmla="*/ 15240 h 15240"/>
              <a:gd name="csX11" fmla="*/ 0 w 3429000"/>
              <a:gd name="csY11" fmla="*/ 15240 h 15240"/>
              <a:gd name="csX12" fmla="*/ 0 w 3429000"/>
              <a:gd name="csY12" fmla="*/ 0 h 15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5240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8985" y="7298"/>
                  <a:pt x="3428935" y="8153"/>
                  <a:pt x="3429000" y="15240"/>
                </a:cubicBezTo>
                <a:cubicBezTo>
                  <a:pt x="3221081" y="45560"/>
                  <a:pt x="3088001" y="5018"/>
                  <a:pt x="2811780" y="15240"/>
                </a:cubicBezTo>
                <a:cubicBezTo>
                  <a:pt x="2535559" y="25462"/>
                  <a:pt x="2481355" y="21850"/>
                  <a:pt x="2228850" y="15240"/>
                </a:cubicBezTo>
                <a:cubicBezTo>
                  <a:pt x="1976345" y="8631"/>
                  <a:pt x="1807520" y="45308"/>
                  <a:pt x="1543050" y="15240"/>
                </a:cubicBezTo>
                <a:cubicBezTo>
                  <a:pt x="1278580" y="-14828"/>
                  <a:pt x="1181944" y="2075"/>
                  <a:pt x="925830" y="15240"/>
                </a:cubicBezTo>
                <a:cubicBezTo>
                  <a:pt x="669716" y="28405"/>
                  <a:pt x="410304" y="31767"/>
                  <a:pt x="0" y="15240"/>
                </a:cubicBezTo>
                <a:cubicBezTo>
                  <a:pt x="151" y="8290"/>
                  <a:pt x="-277" y="5563"/>
                  <a:pt x="0" y="0"/>
                </a:cubicBezTo>
                <a:close/>
              </a:path>
              <a:path w="3429000" h="15240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120" y="5894"/>
                  <a:pt x="3428447" y="9630"/>
                  <a:pt x="3429000" y="15240"/>
                </a:cubicBezTo>
                <a:cubicBezTo>
                  <a:pt x="3103464" y="-2455"/>
                  <a:pt x="2887909" y="19892"/>
                  <a:pt x="2743200" y="15240"/>
                </a:cubicBezTo>
                <a:cubicBezTo>
                  <a:pt x="2598491" y="10588"/>
                  <a:pt x="2362615" y="7608"/>
                  <a:pt x="1988820" y="15240"/>
                </a:cubicBezTo>
                <a:cubicBezTo>
                  <a:pt x="1615025" y="22872"/>
                  <a:pt x="1580494" y="645"/>
                  <a:pt x="1405890" y="15240"/>
                </a:cubicBezTo>
                <a:cubicBezTo>
                  <a:pt x="1231286" y="29836"/>
                  <a:pt x="885259" y="-19333"/>
                  <a:pt x="651510" y="15240"/>
                </a:cubicBezTo>
                <a:cubicBezTo>
                  <a:pt x="417761" y="49813"/>
                  <a:pt x="138362" y="-16904"/>
                  <a:pt x="0" y="15240"/>
                </a:cubicBezTo>
                <a:cubicBezTo>
                  <a:pt x="-628" y="8463"/>
                  <a:pt x="-538" y="633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9F0D457-4939-F47A-3C7A-B335552DB8D1}"/>
              </a:ext>
            </a:extLst>
          </p:cNvPr>
          <p:cNvSpPr txBox="1"/>
          <p:nvPr/>
        </p:nvSpPr>
        <p:spPr>
          <a:xfrm>
            <a:off x="5099537" y="5259950"/>
            <a:ext cx="42466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200" dirty="0"/>
              <a:t>https://6sense.com/</a:t>
            </a:r>
            <a:r>
              <a:rPr lang="es-ES_tradnl" sz="1200" dirty="0" err="1"/>
              <a:t>tech</a:t>
            </a:r>
            <a:r>
              <a:rPr lang="es-ES_tradnl" sz="1200" dirty="0"/>
              <a:t>/data-</a:t>
            </a:r>
            <a:r>
              <a:rPr lang="es-ES_tradnl" sz="1200" dirty="0" err="1"/>
              <a:t>science</a:t>
            </a:r>
            <a:r>
              <a:rPr lang="es-ES_tradnl" sz="1200" dirty="0"/>
              <a:t>-machine-</a:t>
            </a:r>
            <a:r>
              <a:rPr lang="es-ES_tradnl" sz="1200" dirty="0" err="1"/>
              <a:t>learning</a:t>
            </a:r>
            <a:endParaRPr lang="es-ES_tradnl" sz="1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11D9BD9-EBC0-CFCF-F9BF-FE4E71C5170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4591" y="1518180"/>
            <a:ext cx="8159263" cy="415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34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D58984-7C48-B96F-769D-79385A858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¿Y          ?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A8768CC-57F8-0D55-4C60-F4999F404962}"/>
              </a:ext>
            </a:extLst>
          </p:cNvPr>
          <p:cNvSpPr txBox="1"/>
          <p:nvPr/>
        </p:nvSpPr>
        <p:spPr>
          <a:xfrm>
            <a:off x="486383" y="1848523"/>
            <a:ext cx="8028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/>
              <a:t>JAX</a:t>
            </a:r>
            <a:r>
              <a:rPr lang="es-ES_tradnl" dirty="0"/>
              <a:t> es un </a:t>
            </a:r>
            <a:r>
              <a:rPr lang="es-ES_tradnl" i="1" dirty="0" err="1"/>
              <a:t>framework</a:t>
            </a:r>
            <a:r>
              <a:rPr lang="es-ES_tradnl" dirty="0"/>
              <a:t> relativamente nuevo que está ganando terreno por su capacidad para realizar cálculos numéricos de alto rendimiento.</a:t>
            </a:r>
          </a:p>
        </p:txBody>
      </p:sp>
      <p:graphicFrame>
        <p:nvGraphicFramePr>
          <p:cNvPr id="6" name="CuadroTexto 3">
            <a:extLst>
              <a:ext uri="{FF2B5EF4-FFF2-40B4-BE49-F238E27FC236}">
                <a16:creationId xmlns:a16="http://schemas.microsoft.com/office/drawing/2014/main" id="{3658C100-A184-0727-E84F-65CF6CD9B3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9685534"/>
              </p:ext>
            </p:extLst>
          </p:nvPr>
        </p:nvGraphicFramePr>
        <p:xfrm>
          <a:off x="193431" y="2743200"/>
          <a:ext cx="8774723" cy="2356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34">
            <a:extLst>
              <a:ext uri="{FF2B5EF4-FFF2-40B4-BE49-F238E27FC236}">
                <a16:creationId xmlns:a16="http://schemas.microsoft.com/office/drawing/2014/main" id="{41953594-5B9F-51BC-5555-4D8D5A270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183" y="658696"/>
            <a:ext cx="688325" cy="395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7466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DFAE8C-DF41-132D-4C40-EB3C4409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13360"/>
            <a:ext cx="7879842" cy="845820"/>
          </a:xfrm>
        </p:spPr>
        <p:txBody>
          <a:bodyPr anchor="b">
            <a:normAutofit/>
          </a:bodyPr>
          <a:lstStyle/>
          <a:p>
            <a:r>
              <a:rPr lang="es-ES_tradnl" dirty="0"/>
              <a:t>En conclusión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362085"/>
            <a:ext cx="7838694" cy="15240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281813"/>
            <a:ext cx="1405092" cy="915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79A733E-45D7-CC34-4D02-4ABFA2E7EC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5772401"/>
              </p:ext>
            </p:extLst>
          </p:nvPr>
        </p:nvGraphicFramePr>
        <p:xfrm>
          <a:off x="628650" y="1605221"/>
          <a:ext cx="7886700" cy="36312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6603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19" name="Rectangle 1331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E82CD57-AF0A-DA71-2F4F-ABF646A88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347980"/>
            <a:ext cx="8182230" cy="10411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¡Gracias por su atención!</a:t>
            </a:r>
          </a:p>
        </p:txBody>
      </p:sp>
      <p:sp>
        <p:nvSpPr>
          <p:cNvPr id="1332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444545"/>
            <a:ext cx="3429000" cy="15240"/>
          </a:xfrm>
          <a:custGeom>
            <a:avLst/>
            <a:gdLst>
              <a:gd name="csX0" fmla="*/ 0 w 3429000"/>
              <a:gd name="csY0" fmla="*/ 0 h 15240"/>
              <a:gd name="csX1" fmla="*/ 685800 w 3429000"/>
              <a:gd name="csY1" fmla="*/ 0 h 15240"/>
              <a:gd name="csX2" fmla="*/ 1371600 w 3429000"/>
              <a:gd name="csY2" fmla="*/ 0 h 15240"/>
              <a:gd name="csX3" fmla="*/ 2057400 w 3429000"/>
              <a:gd name="csY3" fmla="*/ 0 h 15240"/>
              <a:gd name="csX4" fmla="*/ 2674620 w 3429000"/>
              <a:gd name="csY4" fmla="*/ 0 h 15240"/>
              <a:gd name="csX5" fmla="*/ 3429000 w 3429000"/>
              <a:gd name="csY5" fmla="*/ 0 h 15240"/>
              <a:gd name="csX6" fmla="*/ 3429000 w 3429000"/>
              <a:gd name="csY6" fmla="*/ 15240 h 15240"/>
              <a:gd name="csX7" fmla="*/ 2811780 w 3429000"/>
              <a:gd name="csY7" fmla="*/ 15240 h 15240"/>
              <a:gd name="csX8" fmla="*/ 2228850 w 3429000"/>
              <a:gd name="csY8" fmla="*/ 15240 h 15240"/>
              <a:gd name="csX9" fmla="*/ 1543050 w 3429000"/>
              <a:gd name="csY9" fmla="*/ 15240 h 15240"/>
              <a:gd name="csX10" fmla="*/ 925830 w 3429000"/>
              <a:gd name="csY10" fmla="*/ 15240 h 15240"/>
              <a:gd name="csX11" fmla="*/ 0 w 3429000"/>
              <a:gd name="csY11" fmla="*/ 15240 h 15240"/>
              <a:gd name="csX12" fmla="*/ 0 w 3429000"/>
              <a:gd name="csY12" fmla="*/ 0 h 15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5240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8985" y="7298"/>
                  <a:pt x="3428935" y="8153"/>
                  <a:pt x="3429000" y="15240"/>
                </a:cubicBezTo>
                <a:cubicBezTo>
                  <a:pt x="3221081" y="45560"/>
                  <a:pt x="3088001" y="5018"/>
                  <a:pt x="2811780" y="15240"/>
                </a:cubicBezTo>
                <a:cubicBezTo>
                  <a:pt x="2535559" y="25462"/>
                  <a:pt x="2481355" y="21850"/>
                  <a:pt x="2228850" y="15240"/>
                </a:cubicBezTo>
                <a:cubicBezTo>
                  <a:pt x="1976345" y="8631"/>
                  <a:pt x="1807520" y="45308"/>
                  <a:pt x="1543050" y="15240"/>
                </a:cubicBezTo>
                <a:cubicBezTo>
                  <a:pt x="1278580" y="-14828"/>
                  <a:pt x="1181944" y="2075"/>
                  <a:pt x="925830" y="15240"/>
                </a:cubicBezTo>
                <a:cubicBezTo>
                  <a:pt x="669716" y="28405"/>
                  <a:pt x="410304" y="31767"/>
                  <a:pt x="0" y="15240"/>
                </a:cubicBezTo>
                <a:cubicBezTo>
                  <a:pt x="151" y="8290"/>
                  <a:pt x="-277" y="5563"/>
                  <a:pt x="0" y="0"/>
                </a:cubicBezTo>
                <a:close/>
              </a:path>
              <a:path w="3429000" h="15240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120" y="5894"/>
                  <a:pt x="3428447" y="9630"/>
                  <a:pt x="3429000" y="15240"/>
                </a:cubicBezTo>
                <a:cubicBezTo>
                  <a:pt x="3103464" y="-2455"/>
                  <a:pt x="2887909" y="19892"/>
                  <a:pt x="2743200" y="15240"/>
                </a:cubicBezTo>
                <a:cubicBezTo>
                  <a:pt x="2598491" y="10588"/>
                  <a:pt x="2362615" y="7608"/>
                  <a:pt x="1988820" y="15240"/>
                </a:cubicBezTo>
                <a:cubicBezTo>
                  <a:pt x="1615025" y="22872"/>
                  <a:pt x="1580494" y="645"/>
                  <a:pt x="1405890" y="15240"/>
                </a:cubicBezTo>
                <a:cubicBezTo>
                  <a:pt x="1231286" y="29836"/>
                  <a:pt x="885259" y="-19333"/>
                  <a:pt x="651510" y="15240"/>
                </a:cubicBezTo>
                <a:cubicBezTo>
                  <a:pt x="417761" y="49813"/>
                  <a:pt x="138362" y="-16904"/>
                  <a:pt x="0" y="15240"/>
                </a:cubicBezTo>
                <a:cubicBezTo>
                  <a:pt x="-628" y="8463"/>
                  <a:pt x="-538" y="633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 descr="Machine Learning">
            <a:extLst>
              <a:ext uri="{FF2B5EF4-FFF2-40B4-BE49-F238E27FC236}">
                <a16:creationId xmlns:a16="http://schemas.microsoft.com/office/drawing/2014/main" id="{7B1DC979-13B0-3861-3C23-8DBEA27C5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15512" y="1623038"/>
            <a:ext cx="3312975" cy="3920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71293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418</TotalTime>
  <Words>440</Words>
  <Application>Microsoft Macintosh PowerPoint</Application>
  <PresentationFormat>Presentación en pantalla (16:10)</PresentationFormat>
  <Paragraphs>84</Paragraphs>
  <Slides>24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Google Sans</vt:lpstr>
      <vt:lpstr>Wingdings</vt:lpstr>
      <vt:lpstr>Tema de Office</vt:lpstr>
      <vt:lpstr>Aprendizaje Automático Aplicado Diferenciación automática</vt:lpstr>
      <vt:lpstr>Agenda</vt:lpstr>
      <vt:lpstr>Ejemplo ilustrativo</vt:lpstr>
      <vt:lpstr>¿Cómo lo resolvemos de forma eficiente?</vt:lpstr>
      <vt:lpstr>Operaciones en tensores</vt:lpstr>
      <vt:lpstr>Funciones como grafos</vt:lpstr>
      <vt:lpstr>Bloques básicos</vt:lpstr>
      <vt:lpstr>Composición de tensores</vt:lpstr>
      <vt:lpstr>Una red simple (una capa occulta)</vt:lpstr>
      <vt:lpstr>B-prop usando grafos computacionales</vt:lpstr>
      <vt:lpstr>Plataformas para aprendizaje profundo</vt:lpstr>
      <vt:lpstr>Frameworks para aprendizaje profundo</vt:lpstr>
      <vt:lpstr>Presentación de PowerPoint</vt:lpstr>
      <vt:lpstr>¿y que ofrece TensorFlow? Tensorboard</vt:lpstr>
      <vt:lpstr>TFX (TensorFlow extendido)</vt:lpstr>
      <vt:lpstr>¿y que ofrece TensorFlow? XLA (Accelerated Linear Algebra)</vt:lpstr>
      <vt:lpstr>  Keras     </vt:lpstr>
      <vt:lpstr>Presentación de PowerPoint</vt:lpstr>
      <vt:lpstr>Presentación de PowerPoint</vt:lpstr>
      <vt:lpstr>Presentación de PowerPoint</vt:lpstr>
      <vt:lpstr>Presentación de PowerPoint</vt:lpstr>
      <vt:lpstr>¿Y          ? </vt:lpstr>
      <vt:lpstr>En conclusión</vt:lpstr>
      <vt:lpstr>¡Gracias por su atención!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JULIO WAISSMAN VILANOVA</dc:creator>
  <cp:lastModifiedBy>MAESTRIA EN CIENCIAS DE DATOS</cp:lastModifiedBy>
  <cp:revision>7</cp:revision>
  <dcterms:created xsi:type="dcterms:W3CDTF">2024-10-23T18:43:41Z</dcterms:created>
  <dcterms:modified xsi:type="dcterms:W3CDTF">2026-04-07T00:22:34Z</dcterms:modified>
</cp:coreProperties>
</file>